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/>
    <p:restoredTop sz="94453"/>
  </p:normalViewPr>
  <p:slideViewPr>
    <p:cSldViewPr>
      <p:cViewPr varScale="1">
        <p:scale>
          <a:sx n="67" d="100"/>
          <a:sy n="67" d="100"/>
        </p:scale>
        <p:origin x="232" y="3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rgbClr val="2029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rgbClr val="2029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9729" y="9458349"/>
            <a:ext cx="191806" cy="1411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952537" y="9452278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661055" y="9452278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0" y="151825"/>
                </a:moveTo>
                <a:lnTo>
                  <a:pt x="0" y="0"/>
                </a:lnTo>
                <a:lnTo>
                  <a:pt x="101218" y="75911"/>
                </a:lnTo>
                <a:lnTo>
                  <a:pt x="0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258741" y="9416850"/>
            <a:ext cx="274955" cy="222885"/>
          </a:xfrm>
          <a:custGeom>
            <a:avLst/>
            <a:gdLst/>
            <a:ahLst/>
            <a:cxnLst/>
            <a:rect l="l" t="t" r="r" b="b"/>
            <a:pathLst>
              <a:path w="274955" h="222884">
                <a:moveTo>
                  <a:pt x="102734" y="50608"/>
                </a:moveTo>
                <a:lnTo>
                  <a:pt x="82490" y="50608"/>
                </a:lnTo>
                <a:lnTo>
                  <a:pt x="82490" y="0"/>
                </a:lnTo>
                <a:lnTo>
                  <a:pt x="274802" y="0"/>
                </a:lnTo>
                <a:lnTo>
                  <a:pt x="274802" y="10121"/>
                </a:lnTo>
                <a:lnTo>
                  <a:pt x="92614" y="10121"/>
                </a:lnTo>
                <a:lnTo>
                  <a:pt x="92614" y="20243"/>
                </a:lnTo>
                <a:lnTo>
                  <a:pt x="102734" y="20243"/>
                </a:lnTo>
                <a:lnTo>
                  <a:pt x="102734" y="50608"/>
                </a:lnTo>
                <a:close/>
              </a:path>
              <a:path w="274955" h="222884">
                <a:moveTo>
                  <a:pt x="102734" y="20243"/>
                </a:moveTo>
                <a:lnTo>
                  <a:pt x="92614" y="20243"/>
                </a:lnTo>
                <a:lnTo>
                  <a:pt x="92614" y="10121"/>
                </a:lnTo>
                <a:lnTo>
                  <a:pt x="102734" y="10121"/>
                </a:lnTo>
                <a:lnTo>
                  <a:pt x="102734" y="20243"/>
                </a:lnTo>
                <a:close/>
              </a:path>
              <a:path w="274955" h="222884">
                <a:moveTo>
                  <a:pt x="254558" y="20243"/>
                </a:moveTo>
                <a:lnTo>
                  <a:pt x="102734" y="20243"/>
                </a:lnTo>
                <a:lnTo>
                  <a:pt x="102734" y="10121"/>
                </a:lnTo>
                <a:lnTo>
                  <a:pt x="254558" y="10121"/>
                </a:lnTo>
                <a:lnTo>
                  <a:pt x="254558" y="20243"/>
                </a:lnTo>
                <a:close/>
              </a:path>
              <a:path w="274955" h="222884">
                <a:moveTo>
                  <a:pt x="264681" y="131581"/>
                </a:moveTo>
                <a:lnTo>
                  <a:pt x="254558" y="131581"/>
                </a:lnTo>
                <a:lnTo>
                  <a:pt x="254558" y="10121"/>
                </a:lnTo>
                <a:lnTo>
                  <a:pt x="264681" y="10121"/>
                </a:lnTo>
                <a:lnTo>
                  <a:pt x="264681" y="20243"/>
                </a:lnTo>
                <a:lnTo>
                  <a:pt x="274802" y="20243"/>
                </a:lnTo>
                <a:lnTo>
                  <a:pt x="274802" y="121461"/>
                </a:lnTo>
                <a:lnTo>
                  <a:pt x="264681" y="121461"/>
                </a:lnTo>
                <a:lnTo>
                  <a:pt x="264681" y="131581"/>
                </a:lnTo>
                <a:close/>
              </a:path>
              <a:path w="274955" h="222884">
                <a:moveTo>
                  <a:pt x="274802" y="20243"/>
                </a:moveTo>
                <a:lnTo>
                  <a:pt x="264681" y="20243"/>
                </a:lnTo>
                <a:lnTo>
                  <a:pt x="264681" y="10121"/>
                </a:lnTo>
                <a:lnTo>
                  <a:pt x="274802" y="10121"/>
                </a:lnTo>
                <a:lnTo>
                  <a:pt x="274802" y="20243"/>
                </a:lnTo>
                <a:close/>
              </a:path>
              <a:path w="274955" h="222884">
                <a:moveTo>
                  <a:pt x="62248" y="91096"/>
                </a:moveTo>
                <a:lnTo>
                  <a:pt x="42003" y="91096"/>
                </a:lnTo>
                <a:lnTo>
                  <a:pt x="42003" y="40487"/>
                </a:lnTo>
                <a:lnTo>
                  <a:pt x="82490" y="40487"/>
                </a:lnTo>
                <a:lnTo>
                  <a:pt x="82490" y="50608"/>
                </a:lnTo>
                <a:lnTo>
                  <a:pt x="52125" y="50608"/>
                </a:lnTo>
                <a:lnTo>
                  <a:pt x="52125" y="60730"/>
                </a:lnTo>
                <a:lnTo>
                  <a:pt x="62248" y="60730"/>
                </a:lnTo>
                <a:lnTo>
                  <a:pt x="62248" y="91096"/>
                </a:lnTo>
                <a:close/>
              </a:path>
              <a:path w="274955" h="222884">
                <a:moveTo>
                  <a:pt x="234316" y="60730"/>
                </a:moveTo>
                <a:lnTo>
                  <a:pt x="224194" y="60730"/>
                </a:lnTo>
                <a:lnTo>
                  <a:pt x="224194" y="50608"/>
                </a:lnTo>
                <a:lnTo>
                  <a:pt x="102734" y="50608"/>
                </a:lnTo>
                <a:lnTo>
                  <a:pt x="102734" y="40487"/>
                </a:lnTo>
                <a:lnTo>
                  <a:pt x="234316" y="40487"/>
                </a:lnTo>
                <a:lnTo>
                  <a:pt x="234316" y="60730"/>
                </a:lnTo>
                <a:close/>
              </a:path>
              <a:path w="274955" h="222884">
                <a:moveTo>
                  <a:pt x="62248" y="60730"/>
                </a:moveTo>
                <a:lnTo>
                  <a:pt x="52125" y="60730"/>
                </a:lnTo>
                <a:lnTo>
                  <a:pt x="52125" y="50608"/>
                </a:lnTo>
                <a:lnTo>
                  <a:pt x="62248" y="50608"/>
                </a:lnTo>
                <a:lnTo>
                  <a:pt x="62248" y="60730"/>
                </a:lnTo>
                <a:close/>
              </a:path>
              <a:path w="274955" h="222884">
                <a:moveTo>
                  <a:pt x="214072" y="60730"/>
                </a:moveTo>
                <a:lnTo>
                  <a:pt x="62248" y="60730"/>
                </a:lnTo>
                <a:lnTo>
                  <a:pt x="62248" y="50608"/>
                </a:lnTo>
                <a:lnTo>
                  <a:pt x="214072" y="50608"/>
                </a:lnTo>
                <a:lnTo>
                  <a:pt x="214072" y="60730"/>
                </a:lnTo>
                <a:close/>
              </a:path>
              <a:path w="274955" h="222884">
                <a:moveTo>
                  <a:pt x="224194" y="172069"/>
                </a:moveTo>
                <a:lnTo>
                  <a:pt x="214072" y="172069"/>
                </a:lnTo>
                <a:lnTo>
                  <a:pt x="214072" y="50608"/>
                </a:lnTo>
                <a:lnTo>
                  <a:pt x="224194" y="50608"/>
                </a:lnTo>
                <a:lnTo>
                  <a:pt x="224194" y="60730"/>
                </a:lnTo>
                <a:lnTo>
                  <a:pt x="234316" y="60730"/>
                </a:lnTo>
                <a:lnTo>
                  <a:pt x="234316" y="121461"/>
                </a:lnTo>
                <a:lnTo>
                  <a:pt x="224194" y="121461"/>
                </a:lnTo>
                <a:lnTo>
                  <a:pt x="224194" y="141703"/>
                </a:lnTo>
                <a:lnTo>
                  <a:pt x="234316" y="141703"/>
                </a:lnTo>
                <a:lnTo>
                  <a:pt x="234316" y="161947"/>
                </a:lnTo>
                <a:lnTo>
                  <a:pt x="224194" y="161947"/>
                </a:lnTo>
                <a:lnTo>
                  <a:pt x="224194" y="172069"/>
                </a:lnTo>
                <a:close/>
              </a:path>
              <a:path w="274955" h="222884">
                <a:moveTo>
                  <a:pt x="191805" y="222678"/>
                </a:moveTo>
                <a:lnTo>
                  <a:pt x="0" y="222678"/>
                </a:lnTo>
                <a:lnTo>
                  <a:pt x="0" y="81480"/>
                </a:lnTo>
                <a:lnTo>
                  <a:pt x="42003" y="81480"/>
                </a:lnTo>
                <a:lnTo>
                  <a:pt x="42003" y="91096"/>
                </a:lnTo>
                <a:lnTo>
                  <a:pt x="191805" y="91096"/>
                </a:lnTo>
                <a:lnTo>
                  <a:pt x="191805" y="91602"/>
                </a:lnTo>
                <a:lnTo>
                  <a:pt x="10120" y="91602"/>
                </a:lnTo>
                <a:lnTo>
                  <a:pt x="10120" y="101723"/>
                </a:lnTo>
                <a:lnTo>
                  <a:pt x="20243" y="101723"/>
                </a:lnTo>
                <a:lnTo>
                  <a:pt x="20243" y="202434"/>
                </a:lnTo>
                <a:lnTo>
                  <a:pt x="10120" y="202434"/>
                </a:lnTo>
                <a:lnTo>
                  <a:pt x="10120" y="212554"/>
                </a:lnTo>
                <a:lnTo>
                  <a:pt x="191805" y="212554"/>
                </a:lnTo>
                <a:lnTo>
                  <a:pt x="191805" y="222678"/>
                </a:lnTo>
                <a:close/>
              </a:path>
              <a:path w="274955" h="222884">
                <a:moveTo>
                  <a:pt x="191805" y="91096"/>
                </a:moveTo>
                <a:lnTo>
                  <a:pt x="62248" y="91096"/>
                </a:lnTo>
                <a:lnTo>
                  <a:pt x="62248" y="81480"/>
                </a:lnTo>
                <a:lnTo>
                  <a:pt x="191805" y="81480"/>
                </a:lnTo>
                <a:lnTo>
                  <a:pt x="191805" y="91096"/>
                </a:lnTo>
                <a:close/>
              </a:path>
              <a:path w="274955" h="222884">
                <a:moveTo>
                  <a:pt x="20243" y="101723"/>
                </a:moveTo>
                <a:lnTo>
                  <a:pt x="10120" y="101723"/>
                </a:lnTo>
                <a:lnTo>
                  <a:pt x="10120" y="91602"/>
                </a:lnTo>
                <a:lnTo>
                  <a:pt x="20243" y="91602"/>
                </a:lnTo>
                <a:lnTo>
                  <a:pt x="20243" y="101723"/>
                </a:lnTo>
                <a:close/>
              </a:path>
              <a:path w="274955" h="222884">
                <a:moveTo>
                  <a:pt x="171561" y="101723"/>
                </a:moveTo>
                <a:lnTo>
                  <a:pt x="20243" y="101723"/>
                </a:lnTo>
                <a:lnTo>
                  <a:pt x="20243" y="91602"/>
                </a:lnTo>
                <a:lnTo>
                  <a:pt x="171561" y="91602"/>
                </a:lnTo>
                <a:lnTo>
                  <a:pt x="171561" y="101723"/>
                </a:lnTo>
                <a:close/>
              </a:path>
              <a:path w="274955" h="222884">
                <a:moveTo>
                  <a:pt x="181683" y="212554"/>
                </a:moveTo>
                <a:lnTo>
                  <a:pt x="171561" y="212554"/>
                </a:lnTo>
                <a:lnTo>
                  <a:pt x="171561" y="91602"/>
                </a:lnTo>
                <a:lnTo>
                  <a:pt x="181683" y="91602"/>
                </a:lnTo>
                <a:lnTo>
                  <a:pt x="181683" y="101723"/>
                </a:lnTo>
                <a:lnTo>
                  <a:pt x="191805" y="101723"/>
                </a:lnTo>
                <a:lnTo>
                  <a:pt x="191805" y="161947"/>
                </a:lnTo>
                <a:lnTo>
                  <a:pt x="183707" y="161947"/>
                </a:lnTo>
                <a:lnTo>
                  <a:pt x="183707" y="182190"/>
                </a:lnTo>
                <a:lnTo>
                  <a:pt x="191805" y="182190"/>
                </a:lnTo>
                <a:lnTo>
                  <a:pt x="191805" y="202434"/>
                </a:lnTo>
                <a:lnTo>
                  <a:pt x="181683" y="202434"/>
                </a:lnTo>
                <a:lnTo>
                  <a:pt x="181683" y="212554"/>
                </a:lnTo>
                <a:close/>
              </a:path>
              <a:path w="274955" h="222884">
                <a:moveTo>
                  <a:pt x="191805" y="101723"/>
                </a:moveTo>
                <a:lnTo>
                  <a:pt x="181683" y="101723"/>
                </a:lnTo>
                <a:lnTo>
                  <a:pt x="181683" y="91602"/>
                </a:lnTo>
                <a:lnTo>
                  <a:pt x="191805" y="91602"/>
                </a:lnTo>
                <a:lnTo>
                  <a:pt x="191805" y="101723"/>
                </a:lnTo>
                <a:close/>
              </a:path>
              <a:path w="274955" h="222884">
                <a:moveTo>
                  <a:pt x="234316" y="141703"/>
                </a:moveTo>
                <a:lnTo>
                  <a:pt x="224194" y="141703"/>
                </a:lnTo>
                <a:lnTo>
                  <a:pt x="224194" y="121461"/>
                </a:lnTo>
                <a:lnTo>
                  <a:pt x="234316" y="121461"/>
                </a:lnTo>
                <a:lnTo>
                  <a:pt x="234316" y="141703"/>
                </a:lnTo>
                <a:close/>
              </a:path>
              <a:path w="274955" h="222884">
                <a:moveTo>
                  <a:pt x="274802" y="141703"/>
                </a:moveTo>
                <a:lnTo>
                  <a:pt x="234316" y="141703"/>
                </a:lnTo>
                <a:lnTo>
                  <a:pt x="234316" y="121461"/>
                </a:lnTo>
                <a:lnTo>
                  <a:pt x="254558" y="121461"/>
                </a:lnTo>
                <a:lnTo>
                  <a:pt x="254558" y="131581"/>
                </a:lnTo>
                <a:lnTo>
                  <a:pt x="274802" y="131581"/>
                </a:lnTo>
                <a:lnTo>
                  <a:pt x="274802" y="141703"/>
                </a:lnTo>
                <a:close/>
              </a:path>
              <a:path w="274955" h="222884">
                <a:moveTo>
                  <a:pt x="274802" y="131581"/>
                </a:moveTo>
                <a:lnTo>
                  <a:pt x="264681" y="131581"/>
                </a:lnTo>
                <a:lnTo>
                  <a:pt x="264681" y="121461"/>
                </a:lnTo>
                <a:lnTo>
                  <a:pt x="274802" y="121461"/>
                </a:lnTo>
                <a:lnTo>
                  <a:pt x="274802" y="131581"/>
                </a:lnTo>
                <a:close/>
              </a:path>
              <a:path w="274955" h="222884">
                <a:moveTo>
                  <a:pt x="191805" y="182190"/>
                </a:moveTo>
                <a:lnTo>
                  <a:pt x="183707" y="182190"/>
                </a:lnTo>
                <a:lnTo>
                  <a:pt x="183707" y="161947"/>
                </a:lnTo>
                <a:lnTo>
                  <a:pt x="191805" y="161947"/>
                </a:lnTo>
                <a:lnTo>
                  <a:pt x="191805" y="182190"/>
                </a:lnTo>
                <a:close/>
              </a:path>
              <a:path w="274955" h="222884">
                <a:moveTo>
                  <a:pt x="234316" y="182190"/>
                </a:moveTo>
                <a:lnTo>
                  <a:pt x="191805" y="182190"/>
                </a:lnTo>
                <a:lnTo>
                  <a:pt x="191805" y="161947"/>
                </a:lnTo>
                <a:lnTo>
                  <a:pt x="214072" y="161947"/>
                </a:lnTo>
                <a:lnTo>
                  <a:pt x="214072" y="172069"/>
                </a:lnTo>
                <a:lnTo>
                  <a:pt x="234316" y="172069"/>
                </a:lnTo>
                <a:lnTo>
                  <a:pt x="234316" y="182190"/>
                </a:lnTo>
                <a:close/>
              </a:path>
              <a:path w="274955" h="222884">
                <a:moveTo>
                  <a:pt x="234316" y="172069"/>
                </a:moveTo>
                <a:lnTo>
                  <a:pt x="224194" y="172069"/>
                </a:lnTo>
                <a:lnTo>
                  <a:pt x="224194" y="161947"/>
                </a:lnTo>
                <a:lnTo>
                  <a:pt x="234316" y="161947"/>
                </a:lnTo>
                <a:lnTo>
                  <a:pt x="234316" y="172069"/>
                </a:lnTo>
                <a:close/>
              </a:path>
              <a:path w="274955" h="222884">
                <a:moveTo>
                  <a:pt x="20243" y="212554"/>
                </a:moveTo>
                <a:lnTo>
                  <a:pt x="10120" y="212554"/>
                </a:lnTo>
                <a:lnTo>
                  <a:pt x="10120" y="202434"/>
                </a:lnTo>
                <a:lnTo>
                  <a:pt x="20243" y="202434"/>
                </a:lnTo>
                <a:lnTo>
                  <a:pt x="20243" y="212554"/>
                </a:lnTo>
                <a:close/>
              </a:path>
              <a:path w="274955" h="222884">
                <a:moveTo>
                  <a:pt x="171561" y="212554"/>
                </a:moveTo>
                <a:lnTo>
                  <a:pt x="20243" y="212554"/>
                </a:lnTo>
                <a:lnTo>
                  <a:pt x="20243" y="202434"/>
                </a:lnTo>
                <a:lnTo>
                  <a:pt x="171561" y="202434"/>
                </a:lnTo>
                <a:lnTo>
                  <a:pt x="171561" y="212554"/>
                </a:lnTo>
                <a:close/>
              </a:path>
              <a:path w="274955" h="222884">
                <a:moveTo>
                  <a:pt x="191805" y="212554"/>
                </a:moveTo>
                <a:lnTo>
                  <a:pt x="181683" y="212554"/>
                </a:lnTo>
                <a:lnTo>
                  <a:pt x="181683" y="202434"/>
                </a:lnTo>
                <a:lnTo>
                  <a:pt x="191805" y="202434"/>
                </a:lnTo>
                <a:lnTo>
                  <a:pt x="191805" y="212554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3016833" y="9452277"/>
            <a:ext cx="810260" cy="152400"/>
          </a:xfrm>
          <a:custGeom>
            <a:avLst/>
            <a:gdLst/>
            <a:ahLst/>
            <a:cxnLst/>
            <a:rect l="l" t="t" r="r" b="b"/>
            <a:pathLst>
              <a:path w="810259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  <a:path w="810259" h="152400">
                <a:moveTo>
                  <a:pt x="708517" y="151825"/>
                </a:moveTo>
                <a:lnTo>
                  <a:pt x="708517" y="0"/>
                </a:lnTo>
                <a:lnTo>
                  <a:pt x="809733" y="75911"/>
                </a:lnTo>
                <a:lnTo>
                  <a:pt x="708517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435893" y="9462905"/>
            <a:ext cx="152400" cy="30480"/>
          </a:xfrm>
          <a:custGeom>
            <a:avLst/>
            <a:gdLst/>
            <a:ahLst/>
            <a:cxnLst/>
            <a:rect l="l" t="t" r="r" b="b"/>
            <a:pathLst>
              <a:path w="152400" h="30479">
                <a:moveTo>
                  <a:pt x="151824" y="30363"/>
                </a:moveTo>
                <a:lnTo>
                  <a:pt x="0" y="30363"/>
                </a:lnTo>
                <a:lnTo>
                  <a:pt x="0" y="0"/>
                </a:lnTo>
                <a:lnTo>
                  <a:pt x="151824" y="0"/>
                </a:lnTo>
                <a:lnTo>
                  <a:pt x="151824" y="30363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081634" y="9412299"/>
            <a:ext cx="810260" cy="233045"/>
          </a:xfrm>
          <a:custGeom>
            <a:avLst/>
            <a:gdLst/>
            <a:ahLst/>
            <a:cxnLst/>
            <a:rect l="l" t="t" r="r" b="b"/>
            <a:pathLst>
              <a:path w="810259" h="233045">
                <a:moveTo>
                  <a:pt x="101206" y="39979"/>
                </a:moveTo>
                <a:lnTo>
                  <a:pt x="0" y="115900"/>
                </a:lnTo>
                <a:lnTo>
                  <a:pt x="101206" y="191808"/>
                </a:lnTo>
                <a:lnTo>
                  <a:pt x="101206" y="39979"/>
                </a:lnTo>
                <a:close/>
              </a:path>
              <a:path w="810259" h="233045">
                <a:moveTo>
                  <a:pt x="455472" y="151828"/>
                </a:moveTo>
                <a:lnTo>
                  <a:pt x="303644" y="151828"/>
                </a:lnTo>
                <a:lnTo>
                  <a:pt x="303644" y="182194"/>
                </a:lnTo>
                <a:lnTo>
                  <a:pt x="455472" y="182194"/>
                </a:lnTo>
                <a:lnTo>
                  <a:pt x="455472" y="151828"/>
                </a:lnTo>
                <a:close/>
              </a:path>
              <a:path w="810259" h="233045">
                <a:moveTo>
                  <a:pt x="455472" y="0"/>
                </a:moveTo>
                <a:lnTo>
                  <a:pt x="303644" y="0"/>
                </a:lnTo>
                <a:lnTo>
                  <a:pt x="303644" y="30365"/>
                </a:lnTo>
                <a:lnTo>
                  <a:pt x="455472" y="30365"/>
                </a:lnTo>
                <a:lnTo>
                  <a:pt x="455472" y="0"/>
                </a:lnTo>
                <a:close/>
              </a:path>
              <a:path w="810259" h="233045">
                <a:moveTo>
                  <a:pt x="506082" y="202438"/>
                </a:moveTo>
                <a:lnTo>
                  <a:pt x="354253" y="202438"/>
                </a:lnTo>
                <a:lnTo>
                  <a:pt x="354253" y="232803"/>
                </a:lnTo>
                <a:lnTo>
                  <a:pt x="506082" y="232803"/>
                </a:lnTo>
                <a:lnTo>
                  <a:pt x="506082" y="202438"/>
                </a:lnTo>
                <a:close/>
              </a:path>
              <a:path w="810259" h="233045">
                <a:moveTo>
                  <a:pt x="506082" y="101219"/>
                </a:moveTo>
                <a:lnTo>
                  <a:pt x="354253" y="101219"/>
                </a:lnTo>
                <a:lnTo>
                  <a:pt x="354253" y="131584"/>
                </a:lnTo>
                <a:lnTo>
                  <a:pt x="506082" y="131584"/>
                </a:lnTo>
                <a:lnTo>
                  <a:pt x="506082" y="101219"/>
                </a:lnTo>
                <a:close/>
              </a:path>
              <a:path w="810259" h="233045">
                <a:moveTo>
                  <a:pt x="809726" y="115900"/>
                </a:moveTo>
                <a:lnTo>
                  <a:pt x="708507" y="39979"/>
                </a:lnTo>
                <a:lnTo>
                  <a:pt x="708507" y="191808"/>
                </a:lnTo>
                <a:lnTo>
                  <a:pt x="809726" y="115900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5449576" y="9412299"/>
            <a:ext cx="202565" cy="132080"/>
          </a:xfrm>
          <a:custGeom>
            <a:avLst/>
            <a:gdLst/>
            <a:ahLst/>
            <a:cxnLst/>
            <a:rect l="l" t="t" r="r" b="b"/>
            <a:pathLst>
              <a:path w="202565" h="132079">
                <a:moveTo>
                  <a:pt x="151815" y="0"/>
                </a:moveTo>
                <a:lnTo>
                  <a:pt x="0" y="0"/>
                </a:lnTo>
                <a:lnTo>
                  <a:pt x="0" y="30365"/>
                </a:lnTo>
                <a:lnTo>
                  <a:pt x="151815" y="30365"/>
                </a:lnTo>
                <a:lnTo>
                  <a:pt x="151815" y="0"/>
                </a:lnTo>
                <a:close/>
              </a:path>
              <a:path w="202565" h="132079">
                <a:moveTo>
                  <a:pt x="202425" y="101219"/>
                </a:moveTo>
                <a:lnTo>
                  <a:pt x="50609" y="101219"/>
                </a:lnTo>
                <a:lnTo>
                  <a:pt x="50609" y="131584"/>
                </a:lnTo>
                <a:lnTo>
                  <a:pt x="202425" y="131584"/>
                </a:lnTo>
                <a:lnTo>
                  <a:pt x="202425" y="101219"/>
                </a:lnTo>
                <a:close/>
              </a:path>
              <a:path w="202565" h="132079">
                <a:moveTo>
                  <a:pt x="202425" y="50609"/>
                </a:moveTo>
                <a:lnTo>
                  <a:pt x="50609" y="50609"/>
                </a:lnTo>
                <a:lnTo>
                  <a:pt x="50609" y="80975"/>
                </a:lnTo>
                <a:lnTo>
                  <a:pt x="202425" y="80975"/>
                </a:lnTo>
                <a:lnTo>
                  <a:pt x="202425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5145919" y="9452279"/>
            <a:ext cx="810260" cy="193040"/>
          </a:xfrm>
          <a:custGeom>
            <a:avLst/>
            <a:gdLst/>
            <a:ahLst/>
            <a:cxnLst/>
            <a:rect l="l" t="t" r="r" b="b"/>
            <a:pathLst>
              <a:path w="810259" h="193040">
                <a:moveTo>
                  <a:pt x="101219" y="0"/>
                </a:moveTo>
                <a:lnTo>
                  <a:pt x="0" y="75920"/>
                </a:lnTo>
                <a:lnTo>
                  <a:pt x="101219" y="151828"/>
                </a:lnTo>
                <a:lnTo>
                  <a:pt x="101219" y="0"/>
                </a:lnTo>
                <a:close/>
              </a:path>
              <a:path w="810259" h="193040">
                <a:moveTo>
                  <a:pt x="455472" y="111848"/>
                </a:moveTo>
                <a:lnTo>
                  <a:pt x="303657" y="111848"/>
                </a:lnTo>
                <a:lnTo>
                  <a:pt x="303657" y="142214"/>
                </a:lnTo>
                <a:lnTo>
                  <a:pt x="455472" y="142214"/>
                </a:lnTo>
                <a:lnTo>
                  <a:pt x="455472" y="111848"/>
                </a:lnTo>
                <a:close/>
              </a:path>
              <a:path w="810259" h="193040">
                <a:moveTo>
                  <a:pt x="506082" y="162458"/>
                </a:moveTo>
                <a:lnTo>
                  <a:pt x="354266" y="162458"/>
                </a:lnTo>
                <a:lnTo>
                  <a:pt x="354266" y="192824"/>
                </a:lnTo>
                <a:lnTo>
                  <a:pt x="506082" y="192824"/>
                </a:lnTo>
                <a:lnTo>
                  <a:pt x="506082" y="162458"/>
                </a:lnTo>
                <a:close/>
              </a:path>
              <a:path w="810259" h="193040">
                <a:moveTo>
                  <a:pt x="809739" y="75920"/>
                </a:moveTo>
                <a:lnTo>
                  <a:pt x="708520" y="0"/>
                </a:lnTo>
                <a:lnTo>
                  <a:pt x="708520" y="151828"/>
                </a:lnTo>
                <a:lnTo>
                  <a:pt x="809739" y="75920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6513861" y="9412299"/>
            <a:ext cx="202565" cy="233045"/>
          </a:xfrm>
          <a:custGeom>
            <a:avLst/>
            <a:gdLst/>
            <a:ahLst/>
            <a:cxnLst/>
            <a:rect l="l" t="t" r="r" b="b"/>
            <a:pathLst>
              <a:path w="202565" h="233045">
                <a:moveTo>
                  <a:pt x="151828" y="151828"/>
                </a:moveTo>
                <a:lnTo>
                  <a:pt x="0" y="151828"/>
                </a:lnTo>
                <a:lnTo>
                  <a:pt x="0" y="182194"/>
                </a:lnTo>
                <a:lnTo>
                  <a:pt x="151828" y="182194"/>
                </a:lnTo>
                <a:lnTo>
                  <a:pt x="151828" y="151828"/>
                </a:lnTo>
                <a:close/>
              </a:path>
              <a:path w="202565" h="233045">
                <a:moveTo>
                  <a:pt x="151828" y="0"/>
                </a:moveTo>
                <a:lnTo>
                  <a:pt x="0" y="0"/>
                </a:lnTo>
                <a:lnTo>
                  <a:pt x="0" y="30365"/>
                </a:lnTo>
                <a:lnTo>
                  <a:pt x="151828" y="30365"/>
                </a:lnTo>
                <a:lnTo>
                  <a:pt x="151828" y="0"/>
                </a:lnTo>
                <a:close/>
              </a:path>
              <a:path w="202565" h="233045">
                <a:moveTo>
                  <a:pt x="202438" y="202438"/>
                </a:moveTo>
                <a:lnTo>
                  <a:pt x="50609" y="202438"/>
                </a:lnTo>
                <a:lnTo>
                  <a:pt x="50609" y="232803"/>
                </a:lnTo>
                <a:lnTo>
                  <a:pt x="202438" y="232803"/>
                </a:lnTo>
                <a:lnTo>
                  <a:pt x="202438" y="202438"/>
                </a:lnTo>
                <a:close/>
              </a:path>
              <a:path w="202565" h="233045">
                <a:moveTo>
                  <a:pt x="202438" y="101219"/>
                </a:moveTo>
                <a:lnTo>
                  <a:pt x="50609" y="101219"/>
                </a:lnTo>
                <a:lnTo>
                  <a:pt x="50609" y="131584"/>
                </a:lnTo>
                <a:lnTo>
                  <a:pt x="202438" y="131584"/>
                </a:lnTo>
                <a:lnTo>
                  <a:pt x="202438" y="101219"/>
                </a:lnTo>
                <a:close/>
              </a:path>
              <a:path w="202565" h="233045">
                <a:moveTo>
                  <a:pt x="202438" y="50609"/>
                </a:moveTo>
                <a:lnTo>
                  <a:pt x="50609" y="50609"/>
                </a:lnTo>
                <a:lnTo>
                  <a:pt x="50609" y="80975"/>
                </a:lnTo>
                <a:lnTo>
                  <a:pt x="202438" y="80975"/>
                </a:lnTo>
                <a:lnTo>
                  <a:pt x="202438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82722" y="9433046"/>
            <a:ext cx="209012" cy="206988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7202652" y="9416850"/>
            <a:ext cx="953135" cy="222885"/>
          </a:xfrm>
          <a:custGeom>
            <a:avLst/>
            <a:gdLst/>
            <a:ahLst/>
            <a:cxnLst/>
            <a:rect l="l" t="t" r="r" b="b"/>
            <a:pathLst>
              <a:path w="953134" h="222884">
                <a:moveTo>
                  <a:pt x="71874" y="117993"/>
                </a:moveTo>
                <a:lnTo>
                  <a:pt x="62490" y="110149"/>
                </a:lnTo>
                <a:lnTo>
                  <a:pt x="71034" y="68108"/>
                </a:lnTo>
                <a:lnTo>
                  <a:pt x="94954" y="32705"/>
                </a:lnTo>
                <a:lnTo>
                  <a:pt x="130356" y="8785"/>
                </a:lnTo>
                <a:lnTo>
                  <a:pt x="173587" y="0"/>
                </a:lnTo>
                <a:lnTo>
                  <a:pt x="216817" y="8785"/>
                </a:lnTo>
                <a:lnTo>
                  <a:pt x="233775" y="20243"/>
                </a:lnTo>
                <a:lnTo>
                  <a:pt x="173587" y="20243"/>
                </a:lnTo>
                <a:lnTo>
                  <a:pt x="138216" y="27431"/>
                </a:lnTo>
                <a:lnTo>
                  <a:pt x="109251" y="47002"/>
                </a:lnTo>
                <a:lnTo>
                  <a:pt x="89679" y="75968"/>
                </a:lnTo>
                <a:lnTo>
                  <a:pt x="83027" y="108700"/>
                </a:lnTo>
                <a:lnTo>
                  <a:pt x="71874" y="117993"/>
                </a:lnTo>
                <a:close/>
              </a:path>
              <a:path w="953134" h="222884">
                <a:moveTo>
                  <a:pt x="173587" y="222678"/>
                </a:moveTo>
                <a:lnTo>
                  <a:pt x="163465" y="218122"/>
                </a:lnTo>
                <a:lnTo>
                  <a:pt x="168020" y="202434"/>
                </a:lnTo>
                <a:lnTo>
                  <a:pt x="173587" y="202434"/>
                </a:lnTo>
                <a:lnTo>
                  <a:pt x="208530" y="195246"/>
                </a:lnTo>
                <a:lnTo>
                  <a:pt x="237543" y="175674"/>
                </a:lnTo>
                <a:lnTo>
                  <a:pt x="257351" y="146709"/>
                </a:lnTo>
                <a:lnTo>
                  <a:pt x="264681" y="111338"/>
                </a:lnTo>
                <a:lnTo>
                  <a:pt x="257494" y="75968"/>
                </a:lnTo>
                <a:lnTo>
                  <a:pt x="237923" y="47002"/>
                </a:lnTo>
                <a:lnTo>
                  <a:pt x="208958" y="27431"/>
                </a:lnTo>
                <a:lnTo>
                  <a:pt x="173587" y="20243"/>
                </a:lnTo>
                <a:lnTo>
                  <a:pt x="233775" y="20243"/>
                </a:lnTo>
                <a:lnTo>
                  <a:pt x="252220" y="32705"/>
                </a:lnTo>
                <a:lnTo>
                  <a:pt x="276141" y="68108"/>
                </a:lnTo>
                <a:lnTo>
                  <a:pt x="284927" y="111338"/>
                </a:lnTo>
                <a:lnTo>
                  <a:pt x="275999" y="154569"/>
                </a:lnTo>
                <a:lnTo>
                  <a:pt x="251841" y="189971"/>
                </a:lnTo>
                <a:lnTo>
                  <a:pt x="216391" y="213892"/>
                </a:lnTo>
                <a:lnTo>
                  <a:pt x="173587" y="222678"/>
                </a:lnTo>
                <a:close/>
              </a:path>
              <a:path w="953134" h="222884">
                <a:moveTo>
                  <a:pt x="72370" y="144741"/>
                </a:moveTo>
                <a:lnTo>
                  <a:pt x="5060" y="88566"/>
                </a:lnTo>
                <a:lnTo>
                  <a:pt x="0" y="78442"/>
                </a:lnTo>
                <a:lnTo>
                  <a:pt x="13663" y="69334"/>
                </a:lnTo>
                <a:lnTo>
                  <a:pt x="62490" y="110149"/>
                </a:lnTo>
                <a:lnTo>
                  <a:pt x="62248" y="111338"/>
                </a:lnTo>
                <a:lnTo>
                  <a:pt x="62248" y="116905"/>
                </a:lnTo>
                <a:lnTo>
                  <a:pt x="70355" y="119259"/>
                </a:lnTo>
                <a:lnTo>
                  <a:pt x="65285" y="123485"/>
                </a:lnTo>
                <a:lnTo>
                  <a:pt x="71864" y="131075"/>
                </a:lnTo>
                <a:lnTo>
                  <a:pt x="88744" y="131075"/>
                </a:lnTo>
                <a:lnTo>
                  <a:pt x="72370" y="144741"/>
                </a:lnTo>
                <a:close/>
              </a:path>
              <a:path w="953134" h="222884">
                <a:moveTo>
                  <a:pt x="100264" y="121461"/>
                </a:moveTo>
                <a:lnTo>
                  <a:pt x="77937" y="121461"/>
                </a:lnTo>
                <a:lnTo>
                  <a:pt x="82491" y="111338"/>
                </a:lnTo>
                <a:lnTo>
                  <a:pt x="83027" y="108700"/>
                </a:lnTo>
                <a:lnTo>
                  <a:pt x="126015" y="72876"/>
                </a:lnTo>
                <a:lnTo>
                  <a:pt x="136642" y="69840"/>
                </a:lnTo>
                <a:lnTo>
                  <a:pt x="143221" y="84516"/>
                </a:lnTo>
                <a:lnTo>
                  <a:pt x="139679" y="88566"/>
                </a:lnTo>
                <a:lnTo>
                  <a:pt x="100264" y="121461"/>
                </a:lnTo>
                <a:close/>
              </a:path>
              <a:path w="953134" h="222884">
                <a:moveTo>
                  <a:pt x="77937" y="121461"/>
                </a:moveTo>
                <a:lnTo>
                  <a:pt x="75004" y="120610"/>
                </a:lnTo>
                <a:lnTo>
                  <a:pt x="71874" y="117993"/>
                </a:lnTo>
                <a:lnTo>
                  <a:pt x="83027" y="108700"/>
                </a:lnTo>
                <a:lnTo>
                  <a:pt x="82491" y="111338"/>
                </a:lnTo>
                <a:lnTo>
                  <a:pt x="77937" y="121461"/>
                </a:lnTo>
                <a:close/>
              </a:path>
              <a:path w="953134" h="222884">
                <a:moveTo>
                  <a:pt x="70355" y="119259"/>
                </a:moveTo>
                <a:lnTo>
                  <a:pt x="62248" y="116905"/>
                </a:lnTo>
                <a:lnTo>
                  <a:pt x="62248" y="111338"/>
                </a:lnTo>
                <a:lnTo>
                  <a:pt x="62490" y="110149"/>
                </a:lnTo>
                <a:lnTo>
                  <a:pt x="71874" y="117993"/>
                </a:lnTo>
                <a:lnTo>
                  <a:pt x="70355" y="119259"/>
                </a:lnTo>
                <a:close/>
              </a:path>
              <a:path w="953134" h="222884">
                <a:moveTo>
                  <a:pt x="75004" y="120610"/>
                </a:moveTo>
                <a:lnTo>
                  <a:pt x="70355" y="119259"/>
                </a:lnTo>
                <a:lnTo>
                  <a:pt x="71874" y="117993"/>
                </a:lnTo>
                <a:lnTo>
                  <a:pt x="75004" y="120610"/>
                </a:lnTo>
                <a:close/>
              </a:path>
              <a:path w="953134" h="222884">
                <a:moveTo>
                  <a:pt x="71864" y="131075"/>
                </a:moveTo>
                <a:lnTo>
                  <a:pt x="65285" y="123485"/>
                </a:lnTo>
                <a:lnTo>
                  <a:pt x="70355" y="119259"/>
                </a:lnTo>
                <a:lnTo>
                  <a:pt x="75004" y="120610"/>
                </a:lnTo>
                <a:lnTo>
                  <a:pt x="78444" y="123485"/>
                </a:lnTo>
                <a:lnTo>
                  <a:pt x="71864" y="131075"/>
                </a:lnTo>
                <a:close/>
              </a:path>
              <a:path w="953134" h="222884">
                <a:moveTo>
                  <a:pt x="88744" y="131075"/>
                </a:moveTo>
                <a:lnTo>
                  <a:pt x="71864" y="131075"/>
                </a:lnTo>
                <a:lnTo>
                  <a:pt x="78444" y="123485"/>
                </a:lnTo>
                <a:lnTo>
                  <a:pt x="75004" y="120610"/>
                </a:lnTo>
                <a:lnTo>
                  <a:pt x="77937" y="121461"/>
                </a:lnTo>
                <a:lnTo>
                  <a:pt x="100264" y="121461"/>
                </a:lnTo>
                <a:lnTo>
                  <a:pt x="88744" y="131075"/>
                </a:lnTo>
                <a:close/>
              </a:path>
              <a:path w="953134" h="222884">
                <a:moveTo>
                  <a:pt x="786454" y="222678"/>
                </a:moveTo>
                <a:lnTo>
                  <a:pt x="780887" y="222678"/>
                </a:lnTo>
                <a:lnTo>
                  <a:pt x="737657" y="213892"/>
                </a:lnTo>
                <a:lnTo>
                  <a:pt x="702255" y="189971"/>
                </a:lnTo>
                <a:lnTo>
                  <a:pt x="678334" y="154569"/>
                </a:lnTo>
                <a:lnTo>
                  <a:pt x="669549" y="111338"/>
                </a:lnTo>
                <a:lnTo>
                  <a:pt x="678334" y="68108"/>
                </a:lnTo>
                <a:lnTo>
                  <a:pt x="702255" y="32705"/>
                </a:lnTo>
                <a:lnTo>
                  <a:pt x="737657" y="8785"/>
                </a:lnTo>
                <a:lnTo>
                  <a:pt x="780887" y="0"/>
                </a:lnTo>
                <a:lnTo>
                  <a:pt x="780887" y="10121"/>
                </a:lnTo>
                <a:lnTo>
                  <a:pt x="826096" y="10121"/>
                </a:lnTo>
                <a:lnTo>
                  <a:pt x="841076" y="20243"/>
                </a:lnTo>
                <a:lnTo>
                  <a:pt x="780887" y="20243"/>
                </a:lnTo>
                <a:lnTo>
                  <a:pt x="745517" y="27431"/>
                </a:lnTo>
                <a:lnTo>
                  <a:pt x="716552" y="47002"/>
                </a:lnTo>
                <a:lnTo>
                  <a:pt x="696981" y="75968"/>
                </a:lnTo>
                <a:lnTo>
                  <a:pt x="689793" y="111338"/>
                </a:lnTo>
                <a:lnTo>
                  <a:pt x="696981" y="146709"/>
                </a:lnTo>
                <a:lnTo>
                  <a:pt x="716552" y="175674"/>
                </a:lnTo>
                <a:lnTo>
                  <a:pt x="745517" y="195246"/>
                </a:lnTo>
                <a:lnTo>
                  <a:pt x="780887" y="202434"/>
                </a:lnTo>
                <a:lnTo>
                  <a:pt x="791009" y="206988"/>
                </a:lnTo>
                <a:lnTo>
                  <a:pt x="786454" y="222678"/>
                </a:lnTo>
                <a:close/>
              </a:path>
              <a:path w="953134" h="222884">
                <a:moveTo>
                  <a:pt x="826096" y="10121"/>
                </a:moveTo>
                <a:lnTo>
                  <a:pt x="780887" y="10121"/>
                </a:lnTo>
                <a:lnTo>
                  <a:pt x="780887" y="0"/>
                </a:lnTo>
                <a:lnTo>
                  <a:pt x="824118" y="8785"/>
                </a:lnTo>
                <a:lnTo>
                  <a:pt x="826096" y="10121"/>
                </a:lnTo>
                <a:close/>
              </a:path>
              <a:path w="953134" h="222884">
                <a:moveTo>
                  <a:pt x="881609" y="117994"/>
                </a:moveTo>
                <a:lnTo>
                  <a:pt x="871643" y="109663"/>
                </a:lnTo>
                <a:lnTo>
                  <a:pt x="864795" y="75968"/>
                </a:lnTo>
                <a:lnTo>
                  <a:pt x="845223" y="47002"/>
                </a:lnTo>
                <a:lnTo>
                  <a:pt x="816258" y="27431"/>
                </a:lnTo>
                <a:lnTo>
                  <a:pt x="780887" y="20243"/>
                </a:lnTo>
                <a:lnTo>
                  <a:pt x="841076" y="20243"/>
                </a:lnTo>
                <a:lnTo>
                  <a:pt x="859520" y="32705"/>
                </a:lnTo>
                <a:lnTo>
                  <a:pt x="883440" y="68108"/>
                </a:lnTo>
                <a:lnTo>
                  <a:pt x="891845" y="109464"/>
                </a:lnTo>
                <a:lnTo>
                  <a:pt x="881609" y="117994"/>
                </a:lnTo>
                <a:close/>
              </a:path>
              <a:path w="953134" h="222884">
                <a:moveTo>
                  <a:pt x="882104" y="144741"/>
                </a:moveTo>
                <a:lnTo>
                  <a:pt x="814795" y="88566"/>
                </a:lnTo>
                <a:lnTo>
                  <a:pt x="809735" y="78442"/>
                </a:lnTo>
                <a:lnTo>
                  <a:pt x="823399" y="69334"/>
                </a:lnTo>
                <a:lnTo>
                  <a:pt x="871643" y="109663"/>
                </a:lnTo>
                <a:lnTo>
                  <a:pt x="871983" y="111338"/>
                </a:lnTo>
                <a:lnTo>
                  <a:pt x="871983" y="116905"/>
                </a:lnTo>
                <a:lnTo>
                  <a:pt x="880090" y="119260"/>
                </a:lnTo>
                <a:lnTo>
                  <a:pt x="875020" y="123485"/>
                </a:lnTo>
                <a:lnTo>
                  <a:pt x="881598" y="131075"/>
                </a:lnTo>
                <a:lnTo>
                  <a:pt x="898478" y="131075"/>
                </a:lnTo>
                <a:lnTo>
                  <a:pt x="882104" y="144741"/>
                </a:lnTo>
                <a:close/>
              </a:path>
              <a:path w="953134" h="222884">
                <a:moveTo>
                  <a:pt x="909998" y="121461"/>
                </a:moveTo>
                <a:lnTo>
                  <a:pt x="887670" y="121461"/>
                </a:lnTo>
                <a:lnTo>
                  <a:pt x="892226" y="111338"/>
                </a:lnTo>
                <a:lnTo>
                  <a:pt x="891885" y="109663"/>
                </a:lnTo>
                <a:lnTo>
                  <a:pt x="891845" y="109464"/>
                </a:lnTo>
                <a:lnTo>
                  <a:pt x="935749" y="72876"/>
                </a:lnTo>
                <a:lnTo>
                  <a:pt x="946377" y="69840"/>
                </a:lnTo>
                <a:lnTo>
                  <a:pt x="952955" y="84516"/>
                </a:lnTo>
                <a:lnTo>
                  <a:pt x="949414" y="88566"/>
                </a:lnTo>
                <a:lnTo>
                  <a:pt x="909998" y="121461"/>
                </a:lnTo>
                <a:close/>
              </a:path>
              <a:path w="953134" h="222884">
                <a:moveTo>
                  <a:pt x="887670" y="121461"/>
                </a:moveTo>
                <a:lnTo>
                  <a:pt x="884738" y="120609"/>
                </a:lnTo>
                <a:lnTo>
                  <a:pt x="881609" y="117994"/>
                </a:lnTo>
                <a:lnTo>
                  <a:pt x="891845" y="109464"/>
                </a:lnTo>
                <a:lnTo>
                  <a:pt x="892226" y="111338"/>
                </a:lnTo>
                <a:lnTo>
                  <a:pt x="887670" y="121461"/>
                </a:lnTo>
                <a:close/>
              </a:path>
              <a:path w="953134" h="222884">
                <a:moveTo>
                  <a:pt x="880090" y="119260"/>
                </a:moveTo>
                <a:lnTo>
                  <a:pt x="871983" y="116905"/>
                </a:lnTo>
                <a:lnTo>
                  <a:pt x="871983" y="111338"/>
                </a:lnTo>
                <a:lnTo>
                  <a:pt x="871643" y="109663"/>
                </a:lnTo>
                <a:lnTo>
                  <a:pt x="881609" y="117994"/>
                </a:lnTo>
                <a:lnTo>
                  <a:pt x="880090" y="119260"/>
                </a:lnTo>
                <a:close/>
              </a:path>
              <a:path w="953134" h="222884">
                <a:moveTo>
                  <a:pt x="884738" y="120609"/>
                </a:moveTo>
                <a:lnTo>
                  <a:pt x="880090" y="119260"/>
                </a:lnTo>
                <a:lnTo>
                  <a:pt x="881609" y="117994"/>
                </a:lnTo>
                <a:lnTo>
                  <a:pt x="884738" y="120609"/>
                </a:lnTo>
                <a:close/>
              </a:path>
              <a:path w="953134" h="222884">
                <a:moveTo>
                  <a:pt x="881598" y="131075"/>
                </a:moveTo>
                <a:lnTo>
                  <a:pt x="875020" y="123485"/>
                </a:lnTo>
                <a:lnTo>
                  <a:pt x="880090" y="119260"/>
                </a:lnTo>
                <a:lnTo>
                  <a:pt x="884738" y="120609"/>
                </a:lnTo>
                <a:lnTo>
                  <a:pt x="888178" y="123485"/>
                </a:lnTo>
                <a:lnTo>
                  <a:pt x="881598" y="131075"/>
                </a:lnTo>
                <a:close/>
              </a:path>
              <a:path w="953134" h="222884">
                <a:moveTo>
                  <a:pt x="898478" y="131075"/>
                </a:moveTo>
                <a:lnTo>
                  <a:pt x="881598" y="131075"/>
                </a:lnTo>
                <a:lnTo>
                  <a:pt x="888178" y="123485"/>
                </a:lnTo>
                <a:lnTo>
                  <a:pt x="884738" y="120609"/>
                </a:lnTo>
                <a:lnTo>
                  <a:pt x="887670" y="121461"/>
                </a:lnTo>
                <a:lnTo>
                  <a:pt x="909998" y="121461"/>
                </a:lnTo>
                <a:lnTo>
                  <a:pt x="898478" y="131075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9806030"/>
            <a:ext cx="6083935" cy="436245"/>
          </a:xfrm>
          <a:custGeom>
            <a:avLst/>
            <a:gdLst/>
            <a:ahLst/>
            <a:cxnLst/>
            <a:rect l="l" t="t" r="r" b="b"/>
            <a:pathLst>
              <a:path w="6083934" h="436245">
                <a:moveTo>
                  <a:pt x="6083482" y="435737"/>
                </a:moveTo>
                <a:lnTo>
                  <a:pt x="0" y="435737"/>
                </a:lnTo>
                <a:lnTo>
                  <a:pt x="0" y="0"/>
                </a:lnTo>
                <a:lnTo>
                  <a:pt x="6083482" y="0"/>
                </a:lnTo>
                <a:lnTo>
                  <a:pt x="6083482" y="435737"/>
                </a:lnTo>
                <a:close/>
              </a:path>
            </a:pathLst>
          </a:custGeom>
          <a:solidFill>
            <a:srgbClr val="545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83482" y="9806030"/>
            <a:ext cx="6121400" cy="436245"/>
          </a:xfrm>
          <a:custGeom>
            <a:avLst/>
            <a:gdLst/>
            <a:ahLst/>
            <a:cxnLst/>
            <a:rect l="l" t="t" r="r" b="b"/>
            <a:pathLst>
              <a:path w="6121400" h="436245">
                <a:moveTo>
                  <a:pt x="6121084" y="435737"/>
                </a:moveTo>
                <a:lnTo>
                  <a:pt x="0" y="435737"/>
                </a:lnTo>
                <a:lnTo>
                  <a:pt x="0" y="0"/>
                </a:lnTo>
                <a:lnTo>
                  <a:pt x="6121084" y="0"/>
                </a:lnTo>
                <a:lnTo>
                  <a:pt x="6121084" y="435737"/>
                </a:lnTo>
                <a:close/>
              </a:path>
            </a:pathLst>
          </a:custGeom>
          <a:solidFill>
            <a:srgbClr val="61C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204567" y="9806030"/>
            <a:ext cx="6083935" cy="436245"/>
          </a:xfrm>
          <a:custGeom>
            <a:avLst/>
            <a:gdLst/>
            <a:ahLst/>
            <a:cxnLst/>
            <a:rect l="l" t="t" r="r" b="b"/>
            <a:pathLst>
              <a:path w="6083934" h="436245">
                <a:moveTo>
                  <a:pt x="6083431" y="435737"/>
                </a:moveTo>
                <a:lnTo>
                  <a:pt x="0" y="435737"/>
                </a:lnTo>
                <a:lnTo>
                  <a:pt x="0" y="0"/>
                </a:lnTo>
                <a:lnTo>
                  <a:pt x="6083431" y="0"/>
                </a:lnTo>
                <a:lnTo>
                  <a:pt x="6083431" y="435737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293497" y="1861993"/>
            <a:ext cx="6408420" cy="2908935"/>
          </a:xfrm>
          <a:custGeom>
            <a:avLst/>
            <a:gdLst/>
            <a:ahLst/>
            <a:cxnLst/>
            <a:rect l="l" t="t" r="r" b="b"/>
            <a:pathLst>
              <a:path w="6408420" h="2908935">
                <a:moveTo>
                  <a:pt x="6408334" y="2908747"/>
                </a:moveTo>
                <a:lnTo>
                  <a:pt x="0" y="2908747"/>
                </a:lnTo>
                <a:lnTo>
                  <a:pt x="0" y="0"/>
                </a:lnTo>
                <a:lnTo>
                  <a:pt x="6408334" y="0"/>
                </a:lnTo>
                <a:lnTo>
                  <a:pt x="6408334" y="2908747"/>
                </a:lnTo>
                <a:close/>
              </a:path>
            </a:pathLst>
          </a:custGeom>
          <a:solidFill>
            <a:srgbClr val="EDF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467432" y="5622914"/>
            <a:ext cx="6408420" cy="2908935"/>
          </a:xfrm>
          <a:custGeom>
            <a:avLst/>
            <a:gdLst/>
            <a:ahLst/>
            <a:cxnLst/>
            <a:rect l="l" t="t" r="r" b="b"/>
            <a:pathLst>
              <a:path w="6408420" h="2908934">
                <a:moveTo>
                  <a:pt x="6408334" y="2908747"/>
                </a:moveTo>
                <a:lnTo>
                  <a:pt x="0" y="2908747"/>
                </a:lnTo>
                <a:lnTo>
                  <a:pt x="0" y="0"/>
                </a:lnTo>
                <a:lnTo>
                  <a:pt x="6408334" y="0"/>
                </a:lnTo>
                <a:lnTo>
                  <a:pt x="6408334" y="2908747"/>
                </a:lnTo>
                <a:close/>
              </a:path>
            </a:pathLst>
          </a:custGeom>
          <a:solidFill>
            <a:srgbClr val="EDF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412386" y="1842241"/>
            <a:ext cx="6408420" cy="6684009"/>
          </a:xfrm>
          <a:custGeom>
            <a:avLst/>
            <a:gdLst/>
            <a:ahLst/>
            <a:cxnLst/>
            <a:rect l="l" t="t" r="r" b="b"/>
            <a:pathLst>
              <a:path w="6408419" h="6684009">
                <a:moveTo>
                  <a:pt x="6408179" y="6683530"/>
                </a:moveTo>
                <a:lnTo>
                  <a:pt x="0" y="6683530"/>
                </a:lnTo>
                <a:lnTo>
                  <a:pt x="0" y="0"/>
                </a:lnTo>
                <a:lnTo>
                  <a:pt x="6408179" y="0"/>
                </a:lnTo>
                <a:lnTo>
                  <a:pt x="6408179" y="6683530"/>
                </a:lnTo>
                <a:close/>
              </a:path>
            </a:pathLst>
          </a:custGeom>
          <a:solidFill>
            <a:srgbClr val="EDF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33967" y="5395008"/>
            <a:ext cx="2809874" cy="263842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72762" y="3010641"/>
            <a:ext cx="85725" cy="8572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72762" y="3505941"/>
            <a:ext cx="85725" cy="8572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72762" y="4001241"/>
            <a:ext cx="85725" cy="8572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72762" y="4496541"/>
            <a:ext cx="85725" cy="85724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72762" y="4991841"/>
            <a:ext cx="85725" cy="857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rgbClr val="2029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9729" y="9483621"/>
            <a:ext cx="191806" cy="1411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952537" y="9477549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661055" y="9477549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0" y="151825"/>
                </a:moveTo>
                <a:lnTo>
                  <a:pt x="0" y="0"/>
                </a:lnTo>
                <a:lnTo>
                  <a:pt x="101218" y="75911"/>
                </a:lnTo>
                <a:lnTo>
                  <a:pt x="0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258741" y="9442122"/>
            <a:ext cx="274955" cy="222885"/>
          </a:xfrm>
          <a:custGeom>
            <a:avLst/>
            <a:gdLst/>
            <a:ahLst/>
            <a:cxnLst/>
            <a:rect l="l" t="t" r="r" b="b"/>
            <a:pathLst>
              <a:path w="274955" h="222884">
                <a:moveTo>
                  <a:pt x="102734" y="50608"/>
                </a:moveTo>
                <a:lnTo>
                  <a:pt x="82490" y="50608"/>
                </a:lnTo>
                <a:lnTo>
                  <a:pt x="82490" y="0"/>
                </a:lnTo>
                <a:lnTo>
                  <a:pt x="274802" y="0"/>
                </a:lnTo>
                <a:lnTo>
                  <a:pt x="274802" y="10121"/>
                </a:lnTo>
                <a:lnTo>
                  <a:pt x="92614" y="10121"/>
                </a:lnTo>
                <a:lnTo>
                  <a:pt x="92614" y="20243"/>
                </a:lnTo>
                <a:lnTo>
                  <a:pt x="102734" y="20243"/>
                </a:lnTo>
                <a:lnTo>
                  <a:pt x="102734" y="50608"/>
                </a:lnTo>
                <a:close/>
              </a:path>
              <a:path w="274955" h="222884">
                <a:moveTo>
                  <a:pt x="102734" y="20243"/>
                </a:moveTo>
                <a:lnTo>
                  <a:pt x="92614" y="20243"/>
                </a:lnTo>
                <a:lnTo>
                  <a:pt x="92614" y="10121"/>
                </a:lnTo>
                <a:lnTo>
                  <a:pt x="102734" y="10121"/>
                </a:lnTo>
                <a:lnTo>
                  <a:pt x="102734" y="20243"/>
                </a:lnTo>
                <a:close/>
              </a:path>
              <a:path w="274955" h="222884">
                <a:moveTo>
                  <a:pt x="254558" y="20243"/>
                </a:moveTo>
                <a:lnTo>
                  <a:pt x="102734" y="20243"/>
                </a:lnTo>
                <a:lnTo>
                  <a:pt x="102734" y="10121"/>
                </a:lnTo>
                <a:lnTo>
                  <a:pt x="254558" y="10121"/>
                </a:lnTo>
                <a:lnTo>
                  <a:pt x="254558" y="20243"/>
                </a:lnTo>
                <a:close/>
              </a:path>
              <a:path w="274955" h="222884">
                <a:moveTo>
                  <a:pt x="264681" y="131581"/>
                </a:moveTo>
                <a:lnTo>
                  <a:pt x="254558" y="131581"/>
                </a:lnTo>
                <a:lnTo>
                  <a:pt x="254558" y="10121"/>
                </a:lnTo>
                <a:lnTo>
                  <a:pt x="264681" y="10121"/>
                </a:lnTo>
                <a:lnTo>
                  <a:pt x="264681" y="20243"/>
                </a:lnTo>
                <a:lnTo>
                  <a:pt x="274802" y="20243"/>
                </a:lnTo>
                <a:lnTo>
                  <a:pt x="274802" y="121461"/>
                </a:lnTo>
                <a:lnTo>
                  <a:pt x="264681" y="121461"/>
                </a:lnTo>
                <a:lnTo>
                  <a:pt x="264681" y="131581"/>
                </a:lnTo>
                <a:close/>
              </a:path>
              <a:path w="274955" h="222884">
                <a:moveTo>
                  <a:pt x="274802" y="20243"/>
                </a:moveTo>
                <a:lnTo>
                  <a:pt x="264681" y="20243"/>
                </a:lnTo>
                <a:lnTo>
                  <a:pt x="264681" y="10121"/>
                </a:lnTo>
                <a:lnTo>
                  <a:pt x="274802" y="10121"/>
                </a:lnTo>
                <a:lnTo>
                  <a:pt x="274802" y="20243"/>
                </a:lnTo>
                <a:close/>
              </a:path>
              <a:path w="274955" h="222884">
                <a:moveTo>
                  <a:pt x="62248" y="91096"/>
                </a:moveTo>
                <a:lnTo>
                  <a:pt x="42003" y="91096"/>
                </a:lnTo>
                <a:lnTo>
                  <a:pt x="42003" y="40487"/>
                </a:lnTo>
                <a:lnTo>
                  <a:pt x="82490" y="40487"/>
                </a:lnTo>
                <a:lnTo>
                  <a:pt x="82490" y="50608"/>
                </a:lnTo>
                <a:lnTo>
                  <a:pt x="52125" y="50608"/>
                </a:lnTo>
                <a:lnTo>
                  <a:pt x="52125" y="60730"/>
                </a:lnTo>
                <a:lnTo>
                  <a:pt x="62248" y="60730"/>
                </a:lnTo>
                <a:lnTo>
                  <a:pt x="62248" y="91096"/>
                </a:lnTo>
                <a:close/>
              </a:path>
              <a:path w="274955" h="222884">
                <a:moveTo>
                  <a:pt x="234316" y="60730"/>
                </a:moveTo>
                <a:lnTo>
                  <a:pt x="224194" y="60730"/>
                </a:lnTo>
                <a:lnTo>
                  <a:pt x="224194" y="50608"/>
                </a:lnTo>
                <a:lnTo>
                  <a:pt x="102734" y="50608"/>
                </a:lnTo>
                <a:lnTo>
                  <a:pt x="102734" y="40487"/>
                </a:lnTo>
                <a:lnTo>
                  <a:pt x="234316" y="40487"/>
                </a:lnTo>
                <a:lnTo>
                  <a:pt x="234316" y="60730"/>
                </a:lnTo>
                <a:close/>
              </a:path>
              <a:path w="274955" h="222884">
                <a:moveTo>
                  <a:pt x="62248" y="60730"/>
                </a:moveTo>
                <a:lnTo>
                  <a:pt x="52125" y="60730"/>
                </a:lnTo>
                <a:lnTo>
                  <a:pt x="52125" y="50608"/>
                </a:lnTo>
                <a:lnTo>
                  <a:pt x="62248" y="50608"/>
                </a:lnTo>
                <a:lnTo>
                  <a:pt x="62248" y="60730"/>
                </a:lnTo>
                <a:close/>
              </a:path>
              <a:path w="274955" h="222884">
                <a:moveTo>
                  <a:pt x="214072" y="60730"/>
                </a:moveTo>
                <a:lnTo>
                  <a:pt x="62248" y="60730"/>
                </a:lnTo>
                <a:lnTo>
                  <a:pt x="62248" y="50608"/>
                </a:lnTo>
                <a:lnTo>
                  <a:pt x="214072" y="50608"/>
                </a:lnTo>
                <a:lnTo>
                  <a:pt x="214072" y="60730"/>
                </a:lnTo>
                <a:close/>
              </a:path>
              <a:path w="274955" h="222884">
                <a:moveTo>
                  <a:pt x="224194" y="172069"/>
                </a:moveTo>
                <a:lnTo>
                  <a:pt x="214072" y="172069"/>
                </a:lnTo>
                <a:lnTo>
                  <a:pt x="214072" y="50608"/>
                </a:lnTo>
                <a:lnTo>
                  <a:pt x="224194" y="50608"/>
                </a:lnTo>
                <a:lnTo>
                  <a:pt x="224194" y="60730"/>
                </a:lnTo>
                <a:lnTo>
                  <a:pt x="234316" y="60730"/>
                </a:lnTo>
                <a:lnTo>
                  <a:pt x="234316" y="121461"/>
                </a:lnTo>
                <a:lnTo>
                  <a:pt x="224194" y="121461"/>
                </a:lnTo>
                <a:lnTo>
                  <a:pt x="224194" y="141703"/>
                </a:lnTo>
                <a:lnTo>
                  <a:pt x="234316" y="141703"/>
                </a:lnTo>
                <a:lnTo>
                  <a:pt x="234316" y="161947"/>
                </a:lnTo>
                <a:lnTo>
                  <a:pt x="224194" y="161947"/>
                </a:lnTo>
                <a:lnTo>
                  <a:pt x="224194" y="172069"/>
                </a:lnTo>
                <a:close/>
              </a:path>
              <a:path w="274955" h="222884">
                <a:moveTo>
                  <a:pt x="191805" y="222678"/>
                </a:moveTo>
                <a:lnTo>
                  <a:pt x="0" y="222678"/>
                </a:lnTo>
                <a:lnTo>
                  <a:pt x="0" y="81480"/>
                </a:lnTo>
                <a:lnTo>
                  <a:pt x="42003" y="81480"/>
                </a:lnTo>
                <a:lnTo>
                  <a:pt x="42003" y="91096"/>
                </a:lnTo>
                <a:lnTo>
                  <a:pt x="191805" y="91096"/>
                </a:lnTo>
                <a:lnTo>
                  <a:pt x="191805" y="91602"/>
                </a:lnTo>
                <a:lnTo>
                  <a:pt x="10120" y="91602"/>
                </a:lnTo>
                <a:lnTo>
                  <a:pt x="10120" y="101723"/>
                </a:lnTo>
                <a:lnTo>
                  <a:pt x="20243" y="101723"/>
                </a:lnTo>
                <a:lnTo>
                  <a:pt x="20243" y="202434"/>
                </a:lnTo>
                <a:lnTo>
                  <a:pt x="10120" y="202434"/>
                </a:lnTo>
                <a:lnTo>
                  <a:pt x="10120" y="212554"/>
                </a:lnTo>
                <a:lnTo>
                  <a:pt x="191805" y="212554"/>
                </a:lnTo>
                <a:lnTo>
                  <a:pt x="191805" y="222678"/>
                </a:lnTo>
                <a:close/>
              </a:path>
              <a:path w="274955" h="222884">
                <a:moveTo>
                  <a:pt x="191805" y="91096"/>
                </a:moveTo>
                <a:lnTo>
                  <a:pt x="62248" y="91096"/>
                </a:lnTo>
                <a:lnTo>
                  <a:pt x="62248" y="81480"/>
                </a:lnTo>
                <a:lnTo>
                  <a:pt x="191805" y="81480"/>
                </a:lnTo>
                <a:lnTo>
                  <a:pt x="191805" y="91096"/>
                </a:lnTo>
                <a:close/>
              </a:path>
              <a:path w="274955" h="222884">
                <a:moveTo>
                  <a:pt x="20243" y="101723"/>
                </a:moveTo>
                <a:lnTo>
                  <a:pt x="10120" y="101723"/>
                </a:lnTo>
                <a:lnTo>
                  <a:pt x="10120" y="91602"/>
                </a:lnTo>
                <a:lnTo>
                  <a:pt x="20243" y="91602"/>
                </a:lnTo>
                <a:lnTo>
                  <a:pt x="20243" y="101723"/>
                </a:lnTo>
                <a:close/>
              </a:path>
              <a:path w="274955" h="222884">
                <a:moveTo>
                  <a:pt x="171561" y="101723"/>
                </a:moveTo>
                <a:lnTo>
                  <a:pt x="20243" y="101723"/>
                </a:lnTo>
                <a:lnTo>
                  <a:pt x="20243" y="91602"/>
                </a:lnTo>
                <a:lnTo>
                  <a:pt x="171561" y="91602"/>
                </a:lnTo>
                <a:lnTo>
                  <a:pt x="171561" y="101723"/>
                </a:lnTo>
                <a:close/>
              </a:path>
              <a:path w="274955" h="222884">
                <a:moveTo>
                  <a:pt x="181683" y="212554"/>
                </a:moveTo>
                <a:lnTo>
                  <a:pt x="171561" y="212554"/>
                </a:lnTo>
                <a:lnTo>
                  <a:pt x="171561" y="91602"/>
                </a:lnTo>
                <a:lnTo>
                  <a:pt x="181683" y="91602"/>
                </a:lnTo>
                <a:lnTo>
                  <a:pt x="181683" y="101723"/>
                </a:lnTo>
                <a:lnTo>
                  <a:pt x="191805" y="101723"/>
                </a:lnTo>
                <a:lnTo>
                  <a:pt x="191805" y="161947"/>
                </a:lnTo>
                <a:lnTo>
                  <a:pt x="183707" y="161947"/>
                </a:lnTo>
                <a:lnTo>
                  <a:pt x="183707" y="182190"/>
                </a:lnTo>
                <a:lnTo>
                  <a:pt x="191805" y="182190"/>
                </a:lnTo>
                <a:lnTo>
                  <a:pt x="191805" y="202434"/>
                </a:lnTo>
                <a:lnTo>
                  <a:pt x="181683" y="202434"/>
                </a:lnTo>
                <a:lnTo>
                  <a:pt x="181683" y="212554"/>
                </a:lnTo>
                <a:close/>
              </a:path>
              <a:path w="274955" h="222884">
                <a:moveTo>
                  <a:pt x="191805" y="101723"/>
                </a:moveTo>
                <a:lnTo>
                  <a:pt x="181683" y="101723"/>
                </a:lnTo>
                <a:lnTo>
                  <a:pt x="181683" y="91602"/>
                </a:lnTo>
                <a:lnTo>
                  <a:pt x="191805" y="91602"/>
                </a:lnTo>
                <a:lnTo>
                  <a:pt x="191805" y="101723"/>
                </a:lnTo>
                <a:close/>
              </a:path>
              <a:path w="274955" h="222884">
                <a:moveTo>
                  <a:pt x="234316" y="141703"/>
                </a:moveTo>
                <a:lnTo>
                  <a:pt x="224194" y="141703"/>
                </a:lnTo>
                <a:lnTo>
                  <a:pt x="224194" y="121461"/>
                </a:lnTo>
                <a:lnTo>
                  <a:pt x="234316" y="121461"/>
                </a:lnTo>
                <a:lnTo>
                  <a:pt x="234316" y="141703"/>
                </a:lnTo>
                <a:close/>
              </a:path>
              <a:path w="274955" h="222884">
                <a:moveTo>
                  <a:pt x="274802" y="141703"/>
                </a:moveTo>
                <a:lnTo>
                  <a:pt x="234316" y="141703"/>
                </a:lnTo>
                <a:lnTo>
                  <a:pt x="234316" y="121461"/>
                </a:lnTo>
                <a:lnTo>
                  <a:pt x="254558" y="121461"/>
                </a:lnTo>
                <a:lnTo>
                  <a:pt x="254558" y="131581"/>
                </a:lnTo>
                <a:lnTo>
                  <a:pt x="274802" y="131581"/>
                </a:lnTo>
                <a:lnTo>
                  <a:pt x="274802" y="141703"/>
                </a:lnTo>
                <a:close/>
              </a:path>
              <a:path w="274955" h="222884">
                <a:moveTo>
                  <a:pt x="274802" y="131581"/>
                </a:moveTo>
                <a:lnTo>
                  <a:pt x="264681" y="131581"/>
                </a:lnTo>
                <a:lnTo>
                  <a:pt x="264681" y="121461"/>
                </a:lnTo>
                <a:lnTo>
                  <a:pt x="274802" y="121461"/>
                </a:lnTo>
                <a:lnTo>
                  <a:pt x="274802" y="131581"/>
                </a:lnTo>
                <a:close/>
              </a:path>
              <a:path w="274955" h="222884">
                <a:moveTo>
                  <a:pt x="191805" y="182190"/>
                </a:moveTo>
                <a:lnTo>
                  <a:pt x="183707" y="182190"/>
                </a:lnTo>
                <a:lnTo>
                  <a:pt x="183707" y="161947"/>
                </a:lnTo>
                <a:lnTo>
                  <a:pt x="191805" y="161947"/>
                </a:lnTo>
                <a:lnTo>
                  <a:pt x="191805" y="182190"/>
                </a:lnTo>
                <a:close/>
              </a:path>
              <a:path w="274955" h="222884">
                <a:moveTo>
                  <a:pt x="234316" y="182190"/>
                </a:moveTo>
                <a:lnTo>
                  <a:pt x="191805" y="182190"/>
                </a:lnTo>
                <a:lnTo>
                  <a:pt x="191805" y="161947"/>
                </a:lnTo>
                <a:lnTo>
                  <a:pt x="214072" y="161947"/>
                </a:lnTo>
                <a:lnTo>
                  <a:pt x="214072" y="172069"/>
                </a:lnTo>
                <a:lnTo>
                  <a:pt x="234316" y="172069"/>
                </a:lnTo>
                <a:lnTo>
                  <a:pt x="234316" y="182190"/>
                </a:lnTo>
                <a:close/>
              </a:path>
              <a:path w="274955" h="222884">
                <a:moveTo>
                  <a:pt x="234316" y="172069"/>
                </a:moveTo>
                <a:lnTo>
                  <a:pt x="224194" y="172069"/>
                </a:lnTo>
                <a:lnTo>
                  <a:pt x="224194" y="161947"/>
                </a:lnTo>
                <a:lnTo>
                  <a:pt x="234316" y="161947"/>
                </a:lnTo>
                <a:lnTo>
                  <a:pt x="234316" y="172069"/>
                </a:lnTo>
                <a:close/>
              </a:path>
              <a:path w="274955" h="222884">
                <a:moveTo>
                  <a:pt x="20243" y="212554"/>
                </a:moveTo>
                <a:lnTo>
                  <a:pt x="10120" y="212554"/>
                </a:lnTo>
                <a:lnTo>
                  <a:pt x="10120" y="202434"/>
                </a:lnTo>
                <a:lnTo>
                  <a:pt x="20243" y="202434"/>
                </a:lnTo>
                <a:lnTo>
                  <a:pt x="20243" y="212554"/>
                </a:lnTo>
                <a:close/>
              </a:path>
              <a:path w="274955" h="222884">
                <a:moveTo>
                  <a:pt x="171561" y="212554"/>
                </a:moveTo>
                <a:lnTo>
                  <a:pt x="20243" y="212554"/>
                </a:lnTo>
                <a:lnTo>
                  <a:pt x="20243" y="202434"/>
                </a:lnTo>
                <a:lnTo>
                  <a:pt x="171561" y="202434"/>
                </a:lnTo>
                <a:lnTo>
                  <a:pt x="171561" y="212554"/>
                </a:lnTo>
                <a:close/>
              </a:path>
              <a:path w="274955" h="222884">
                <a:moveTo>
                  <a:pt x="191805" y="212554"/>
                </a:moveTo>
                <a:lnTo>
                  <a:pt x="181683" y="212554"/>
                </a:lnTo>
                <a:lnTo>
                  <a:pt x="181683" y="202434"/>
                </a:lnTo>
                <a:lnTo>
                  <a:pt x="191805" y="202434"/>
                </a:lnTo>
                <a:lnTo>
                  <a:pt x="191805" y="212554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3016833" y="9477549"/>
            <a:ext cx="810260" cy="152400"/>
          </a:xfrm>
          <a:custGeom>
            <a:avLst/>
            <a:gdLst/>
            <a:ahLst/>
            <a:cxnLst/>
            <a:rect l="l" t="t" r="r" b="b"/>
            <a:pathLst>
              <a:path w="810259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  <a:path w="810259" h="152400">
                <a:moveTo>
                  <a:pt x="708517" y="151825"/>
                </a:moveTo>
                <a:lnTo>
                  <a:pt x="708517" y="0"/>
                </a:lnTo>
                <a:lnTo>
                  <a:pt x="809733" y="75911"/>
                </a:lnTo>
                <a:lnTo>
                  <a:pt x="708517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435893" y="9488177"/>
            <a:ext cx="152400" cy="30480"/>
          </a:xfrm>
          <a:custGeom>
            <a:avLst/>
            <a:gdLst/>
            <a:ahLst/>
            <a:cxnLst/>
            <a:rect l="l" t="t" r="r" b="b"/>
            <a:pathLst>
              <a:path w="152400" h="30479">
                <a:moveTo>
                  <a:pt x="151824" y="30363"/>
                </a:moveTo>
                <a:lnTo>
                  <a:pt x="0" y="30363"/>
                </a:lnTo>
                <a:lnTo>
                  <a:pt x="0" y="0"/>
                </a:lnTo>
                <a:lnTo>
                  <a:pt x="151824" y="0"/>
                </a:lnTo>
                <a:lnTo>
                  <a:pt x="151824" y="30363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081634" y="9437573"/>
            <a:ext cx="810260" cy="233045"/>
          </a:xfrm>
          <a:custGeom>
            <a:avLst/>
            <a:gdLst/>
            <a:ahLst/>
            <a:cxnLst/>
            <a:rect l="l" t="t" r="r" b="b"/>
            <a:pathLst>
              <a:path w="810259" h="233045">
                <a:moveTo>
                  <a:pt x="101206" y="39979"/>
                </a:moveTo>
                <a:lnTo>
                  <a:pt x="0" y="115887"/>
                </a:lnTo>
                <a:lnTo>
                  <a:pt x="101206" y="191808"/>
                </a:lnTo>
                <a:lnTo>
                  <a:pt x="101206" y="39979"/>
                </a:lnTo>
                <a:close/>
              </a:path>
              <a:path w="810259" h="233045">
                <a:moveTo>
                  <a:pt x="455472" y="151828"/>
                </a:moveTo>
                <a:lnTo>
                  <a:pt x="303644" y="151828"/>
                </a:lnTo>
                <a:lnTo>
                  <a:pt x="303644" y="182194"/>
                </a:lnTo>
                <a:lnTo>
                  <a:pt x="455472" y="182194"/>
                </a:lnTo>
                <a:lnTo>
                  <a:pt x="455472" y="151828"/>
                </a:lnTo>
                <a:close/>
              </a:path>
              <a:path w="810259" h="233045">
                <a:moveTo>
                  <a:pt x="455472" y="0"/>
                </a:moveTo>
                <a:lnTo>
                  <a:pt x="303644" y="0"/>
                </a:lnTo>
                <a:lnTo>
                  <a:pt x="303644" y="30365"/>
                </a:lnTo>
                <a:lnTo>
                  <a:pt x="455472" y="30365"/>
                </a:lnTo>
                <a:lnTo>
                  <a:pt x="455472" y="0"/>
                </a:lnTo>
                <a:close/>
              </a:path>
              <a:path w="810259" h="233045">
                <a:moveTo>
                  <a:pt x="506082" y="202438"/>
                </a:moveTo>
                <a:lnTo>
                  <a:pt x="354253" y="202438"/>
                </a:lnTo>
                <a:lnTo>
                  <a:pt x="354253" y="232803"/>
                </a:lnTo>
                <a:lnTo>
                  <a:pt x="506082" y="232803"/>
                </a:lnTo>
                <a:lnTo>
                  <a:pt x="506082" y="202438"/>
                </a:lnTo>
                <a:close/>
              </a:path>
              <a:path w="810259" h="233045">
                <a:moveTo>
                  <a:pt x="506082" y="101219"/>
                </a:moveTo>
                <a:lnTo>
                  <a:pt x="354253" y="101219"/>
                </a:lnTo>
                <a:lnTo>
                  <a:pt x="354253" y="131584"/>
                </a:lnTo>
                <a:lnTo>
                  <a:pt x="506082" y="131584"/>
                </a:lnTo>
                <a:lnTo>
                  <a:pt x="506082" y="101219"/>
                </a:lnTo>
                <a:close/>
              </a:path>
              <a:path w="810259" h="233045">
                <a:moveTo>
                  <a:pt x="809726" y="115887"/>
                </a:moveTo>
                <a:lnTo>
                  <a:pt x="708507" y="39979"/>
                </a:lnTo>
                <a:lnTo>
                  <a:pt x="708507" y="191808"/>
                </a:lnTo>
                <a:lnTo>
                  <a:pt x="809726" y="115887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5449576" y="9437573"/>
            <a:ext cx="202565" cy="132080"/>
          </a:xfrm>
          <a:custGeom>
            <a:avLst/>
            <a:gdLst/>
            <a:ahLst/>
            <a:cxnLst/>
            <a:rect l="l" t="t" r="r" b="b"/>
            <a:pathLst>
              <a:path w="202565" h="132079">
                <a:moveTo>
                  <a:pt x="151815" y="0"/>
                </a:moveTo>
                <a:lnTo>
                  <a:pt x="0" y="0"/>
                </a:lnTo>
                <a:lnTo>
                  <a:pt x="0" y="30365"/>
                </a:lnTo>
                <a:lnTo>
                  <a:pt x="151815" y="30365"/>
                </a:lnTo>
                <a:lnTo>
                  <a:pt x="151815" y="0"/>
                </a:lnTo>
                <a:close/>
              </a:path>
              <a:path w="202565" h="132079">
                <a:moveTo>
                  <a:pt x="202425" y="101219"/>
                </a:moveTo>
                <a:lnTo>
                  <a:pt x="50609" y="101219"/>
                </a:lnTo>
                <a:lnTo>
                  <a:pt x="50609" y="131584"/>
                </a:lnTo>
                <a:lnTo>
                  <a:pt x="202425" y="131584"/>
                </a:lnTo>
                <a:lnTo>
                  <a:pt x="202425" y="101219"/>
                </a:lnTo>
                <a:close/>
              </a:path>
              <a:path w="202565" h="132079">
                <a:moveTo>
                  <a:pt x="202425" y="50609"/>
                </a:moveTo>
                <a:lnTo>
                  <a:pt x="50609" y="50609"/>
                </a:lnTo>
                <a:lnTo>
                  <a:pt x="50609" y="80975"/>
                </a:lnTo>
                <a:lnTo>
                  <a:pt x="202425" y="80975"/>
                </a:lnTo>
                <a:lnTo>
                  <a:pt x="202425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5145919" y="9477552"/>
            <a:ext cx="810260" cy="193040"/>
          </a:xfrm>
          <a:custGeom>
            <a:avLst/>
            <a:gdLst/>
            <a:ahLst/>
            <a:cxnLst/>
            <a:rect l="l" t="t" r="r" b="b"/>
            <a:pathLst>
              <a:path w="810259" h="193040">
                <a:moveTo>
                  <a:pt x="101219" y="0"/>
                </a:moveTo>
                <a:lnTo>
                  <a:pt x="0" y="75907"/>
                </a:lnTo>
                <a:lnTo>
                  <a:pt x="101219" y="151828"/>
                </a:lnTo>
                <a:lnTo>
                  <a:pt x="101219" y="0"/>
                </a:lnTo>
                <a:close/>
              </a:path>
              <a:path w="810259" h="193040">
                <a:moveTo>
                  <a:pt x="455472" y="111848"/>
                </a:moveTo>
                <a:lnTo>
                  <a:pt x="303657" y="111848"/>
                </a:lnTo>
                <a:lnTo>
                  <a:pt x="303657" y="142214"/>
                </a:lnTo>
                <a:lnTo>
                  <a:pt x="455472" y="142214"/>
                </a:lnTo>
                <a:lnTo>
                  <a:pt x="455472" y="111848"/>
                </a:lnTo>
                <a:close/>
              </a:path>
              <a:path w="810259" h="193040">
                <a:moveTo>
                  <a:pt x="506082" y="162458"/>
                </a:moveTo>
                <a:lnTo>
                  <a:pt x="354266" y="162458"/>
                </a:lnTo>
                <a:lnTo>
                  <a:pt x="354266" y="192824"/>
                </a:lnTo>
                <a:lnTo>
                  <a:pt x="506082" y="192824"/>
                </a:lnTo>
                <a:lnTo>
                  <a:pt x="506082" y="162458"/>
                </a:lnTo>
                <a:close/>
              </a:path>
              <a:path w="810259" h="193040">
                <a:moveTo>
                  <a:pt x="809739" y="75907"/>
                </a:moveTo>
                <a:lnTo>
                  <a:pt x="708520" y="0"/>
                </a:lnTo>
                <a:lnTo>
                  <a:pt x="708520" y="151828"/>
                </a:lnTo>
                <a:lnTo>
                  <a:pt x="809739" y="75907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6513861" y="9437572"/>
            <a:ext cx="202565" cy="233045"/>
          </a:xfrm>
          <a:custGeom>
            <a:avLst/>
            <a:gdLst/>
            <a:ahLst/>
            <a:cxnLst/>
            <a:rect l="l" t="t" r="r" b="b"/>
            <a:pathLst>
              <a:path w="202565" h="233045">
                <a:moveTo>
                  <a:pt x="151828" y="151828"/>
                </a:moveTo>
                <a:lnTo>
                  <a:pt x="0" y="151828"/>
                </a:lnTo>
                <a:lnTo>
                  <a:pt x="0" y="182194"/>
                </a:lnTo>
                <a:lnTo>
                  <a:pt x="151828" y="182194"/>
                </a:lnTo>
                <a:lnTo>
                  <a:pt x="151828" y="151828"/>
                </a:lnTo>
                <a:close/>
              </a:path>
              <a:path w="202565" h="233045">
                <a:moveTo>
                  <a:pt x="151828" y="0"/>
                </a:moveTo>
                <a:lnTo>
                  <a:pt x="0" y="0"/>
                </a:lnTo>
                <a:lnTo>
                  <a:pt x="0" y="30365"/>
                </a:lnTo>
                <a:lnTo>
                  <a:pt x="151828" y="30365"/>
                </a:lnTo>
                <a:lnTo>
                  <a:pt x="151828" y="0"/>
                </a:lnTo>
                <a:close/>
              </a:path>
              <a:path w="202565" h="233045">
                <a:moveTo>
                  <a:pt x="202438" y="202438"/>
                </a:moveTo>
                <a:lnTo>
                  <a:pt x="50609" y="202438"/>
                </a:lnTo>
                <a:lnTo>
                  <a:pt x="50609" y="232803"/>
                </a:lnTo>
                <a:lnTo>
                  <a:pt x="202438" y="232803"/>
                </a:lnTo>
                <a:lnTo>
                  <a:pt x="202438" y="202438"/>
                </a:lnTo>
                <a:close/>
              </a:path>
              <a:path w="202565" h="233045">
                <a:moveTo>
                  <a:pt x="202438" y="101219"/>
                </a:moveTo>
                <a:lnTo>
                  <a:pt x="50609" y="101219"/>
                </a:lnTo>
                <a:lnTo>
                  <a:pt x="50609" y="131584"/>
                </a:lnTo>
                <a:lnTo>
                  <a:pt x="202438" y="131584"/>
                </a:lnTo>
                <a:lnTo>
                  <a:pt x="202438" y="101219"/>
                </a:lnTo>
                <a:close/>
              </a:path>
              <a:path w="202565" h="233045">
                <a:moveTo>
                  <a:pt x="202438" y="50609"/>
                </a:moveTo>
                <a:lnTo>
                  <a:pt x="50609" y="50609"/>
                </a:lnTo>
                <a:lnTo>
                  <a:pt x="50609" y="80975"/>
                </a:lnTo>
                <a:lnTo>
                  <a:pt x="202438" y="80975"/>
                </a:lnTo>
                <a:lnTo>
                  <a:pt x="202438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82722" y="9458317"/>
            <a:ext cx="209012" cy="206988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7202652" y="9442122"/>
            <a:ext cx="953135" cy="222885"/>
          </a:xfrm>
          <a:custGeom>
            <a:avLst/>
            <a:gdLst/>
            <a:ahLst/>
            <a:cxnLst/>
            <a:rect l="l" t="t" r="r" b="b"/>
            <a:pathLst>
              <a:path w="953134" h="222884">
                <a:moveTo>
                  <a:pt x="71874" y="117993"/>
                </a:moveTo>
                <a:lnTo>
                  <a:pt x="62490" y="110149"/>
                </a:lnTo>
                <a:lnTo>
                  <a:pt x="71034" y="68108"/>
                </a:lnTo>
                <a:lnTo>
                  <a:pt x="94954" y="32705"/>
                </a:lnTo>
                <a:lnTo>
                  <a:pt x="130356" y="8785"/>
                </a:lnTo>
                <a:lnTo>
                  <a:pt x="173587" y="0"/>
                </a:lnTo>
                <a:lnTo>
                  <a:pt x="216817" y="8785"/>
                </a:lnTo>
                <a:lnTo>
                  <a:pt x="233775" y="20243"/>
                </a:lnTo>
                <a:lnTo>
                  <a:pt x="173587" y="20243"/>
                </a:lnTo>
                <a:lnTo>
                  <a:pt x="138216" y="27431"/>
                </a:lnTo>
                <a:lnTo>
                  <a:pt x="109251" y="47002"/>
                </a:lnTo>
                <a:lnTo>
                  <a:pt x="89679" y="75968"/>
                </a:lnTo>
                <a:lnTo>
                  <a:pt x="83027" y="108700"/>
                </a:lnTo>
                <a:lnTo>
                  <a:pt x="71874" y="117993"/>
                </a:lnTo>
                <a:close/>
              </a:path>
              <a:path w="953134" h="222884">
                <a:moveTo>
                  <a:pt x="173587" y="222678"/>
                </a:moveTo>
                <a:lnTo>
                  <a:pt x="163465" y="218122"/>
                </a:lnTo>
                <a:lnTo>
                  <a:pt x="168020" y="202434"/>
                </a:lnTo>
                <a:lnTo>
                  <a:pt x="173587" y="202434"/>
                </a:lnTo>
                <a:lnTo>
                  <a:pt x="208530" y="195246"/>
                </a:lnTo>
                <a:lnTo>
                  <a:pt x="237543" y="175674"/>
                </a:lnTo>
                <a:lnTo>
                  <a:pt x="257351" y="146709"/>
                </a:lnTo>
                <a:lnTo>
                  <a:pt x="264681" y="111338"/>
                </a:lnTo>
                <a:lnTo>
                  <a:pt x="257494" y="75968"/>
                </a:lnTo>
                <a:lnTo>
                  <a:pt x="237923" y="47002"/>
                </a:lnTo>
                <a:lnTo>
                  <a:pt x="208958" y="27431"/>
                </a:lnTo>
                <a:lnTo>
                  <a:pt x="173587" y="20243"/>
                </a:lnTo>
                <a:lnTo>
                  <a:pt x="233775" y="20243"/>
                </a:lnTo>
                <a:lnTo>
                  <a:pt x="252220" y="32705"/>
                </a:lnTo>
                <a:lnTo>
                  <a:pt x="276141" y="68108"/>
                </a:lnTo>
                <a:lnTo>
                  <a:pt x="284927" y="111338"/>
                </a:lnTo>
                <a:lnTo>
                  <a:pt x="275999" y="154569"/>
                </a:lnTo>
                <a:lnTo>
                  <a:pt x="251841" y="189971"/>
                </a:lnTo>
                <a:lnTo>
                  <a:pt x="216391" y="213892"/>
                </a:lnTo>
                <a:lnTo>
                  <a:pt x="173587" y="222678"/>
                </a:lnTo>
                <a:close/>
              </a:path>
              <a:path w="953134" h="222884">
                <a:moveTo>
                  <a:pt x="72370" y="144741"/>
                </a:moveTo>
                <a:lnTo>
                  <a:pt x="5060" y="88566"/>
                </a:lnTo>
                <a:lnTo>
                  <a:pt x="0" y="78442"/>
                </a:lnTo>
                <a:lnTo>
                  <a:pt x="13663" y="69334"/>
                </a:lnTo>
                <a:lnTo>
                  <a:pt x="62490" y="110149"/>
                </a:lnTo>
                <a:lnTo>
                  <a:pt x="62248" y="111338"/>
                </a:lnTo>
                <a:lnTo>
                  <a:pt x="62248" y="116906"/>
                </a:lnTo>
                <a:lnTo>
                  <a:pt x="70355" y="119260"/>
                </a:lnTo>
                <a:lnTo>
                  <a:pt x="65285" y="123485"/>
                </a:lnTo>
                <a:lnTo>
                  <a:pt x="71864" y="131075"/>
                </a:lnTo>
                <a:lnTo>
                  <a:pt x="88744" y="131075"/>
                </a:lnTo>
                <a:lnTo>
                  <a:pt x="72370" y="144741"/>
                </a:lnTo>
                <a:close/>
              </a:path>
              <a:path w="953134" h="222884">
                <a:moveTo>
                  <a:pt x="100264" y="121461"/>
                </a:moveTo>
                <a:lnTo>
                  <a:pt x="77937" y="121461"/>
                </a:lnTo>
                <a:lnTo>
                  <a:pt x="82491" y="111338"/>
                </a:lnTo>
                <a:lnTo>
                  <a:pt x="83027" y="108700"/>
                </a:lnTo>
                <a:lnTo>
                  <a:pt x="126015" y="72876"/>
                </a:lnTo>
                <a:lnTo>
                  <a:pt x="136642" y="69840"/>
                </a:lnTo>
                <a:lnTo>
                  <a:pt x="143221" y="84516"/>
                </a:lnTo>
                <a:lnTo>
                  <a:pt x="139679" y="88566"/>
                </a:lnTo>
                <a:lnTo>
                  <a:pt x="100264" y="121461"/>
                </a:lnTo>
                <a:close/>
              </a:path>
              <a:path w="953134" h="222884">
                <a:moveTo>
                  <a:pt x="77937" y="121461"/>
                </a:moveTo>
                <a:lnTo>
                  <a:pt x="75004" y="120610"/>
                </a:lnTo>
                <a:lnTo>
                  <a:pt x="71874" y="117993"/>
                </a:lnTo>
                <a:lnTo>
                  <a:pt x="83027" y="108700"/>
                </a:lnTo>
                <a:lnTo>
                  <a:pt x="82491" y="111338"/>
                </a:lnTo>
                <a:lnTo>
                  <a:pt x="77937" y="121461"/>
                </a:lnTo>
                <a:close/>
              </a:path>
              <a:path w="953134" h="222884">
                <a:moveTo>
                  <a:pt x="70355" y="119260"/>
                </a:moveTo>
                <a:lnTo>
                  <a:pt x="62248" y="116906"/>
                </a:lnTo>
                <a:lnTo>
                  <a:pt x="62248" y="111338"/>
                </a:lnTo>
                <a:lnTo>
                  <a:pt x="62490" y="110149"/>
                </a:lnTo>
                <a:lnTo>
                  <a:pt x="71874" y="117993"/>
                </a:lnTo>
                <a:lnTo>
                  <a:pt x="70355" y="119260"/>
                </a:lnTo>
                <a:close/>
              </a:path>
              <a:path w="953134" h="222884">
                <a:moveTo>
                  <a:pt x="75004" y="120610"/>
                </a:moveTo>
                <a:lnTo>
                  <a:pt x="70355" y="119260"/>
                </a:lnTo>
                <a:lnTo>
                  <a:pt x="71874" y="117993"/>
                </a:lnTo>
                <a:lnTo>
                  <a:pt x="75004" y="120610"/>
                </a:lnTo>
                <a:close/>
              </a:path>
              <a:path w="953134" h="222884">
                <a:moveTo>
                  <a:pt x="71864" y="131075"/>
                </a:moveTo>
                <a:lnTo>
                  <a:pt x="65285" y="123485"/>
                </a:lnTo>
                <a:lnTo>
                  <a:pt x="70355" y="119260"/>
                </a:lnTo>
                <a:lnTo>
                  <a:pt x="75004" y="120610"/>
                </a:lnTo>
                <a:lnTo>
                  <a:pt x="78444" y="123485"/>
                </a:lnTo>
                <a:lnTo>
                  <a:pt x="71864" y="131075"/>
                </a:lnTo>
                <a:close/>
              </a:path>
              <a:path w="953134" h="222884">
                <a:moveTo>
                  <a:pt x="88744" y="131075"/>
                </a:moveTo>
                <a:lnTo>
                  <a:pt x="71864" y="131075"/>
                </a:lnTo>
                <a:lnTo>
                  <a:pt x="78444" y="123485"/>
                </a:lnTo>
                <a:lnTo>
                  <a:pt x="75004" y="120610"/>
                </a:lnTo>
                <a:lnTo>
                  <a:pt x="77937" y="121461"/>
                </a:lnTo>
                <a:lnTo>
                  <a:pt x="100264" y="121461"/>
                </a:lnTo>
                <a:lnTo>
                  <a:pt x="88744" y="131075"/>
                </a:lnTo>
                <a:close/>
              </a:path>
              <a:path w="953134" h="222884">
                <a:moveTo>
                  <a:pt x="786454" y="222678"/>
                </a:moveTo>
                <a:lnTo>
                  <a:pt x="780887" y="222678"/>
                </a:lnTo>
                <a:lnTo>
                  <a:pt x="737657" y="213892"/>
                </a:lnTo>
                <a:lnTo>
                  <a:pt x="702255" y="189971"/>
                </a:lnTo>
                <a:lnTo>
                  <a:pt x="678334" y="154569"/>
                </a:lnTo>
                <a:lnTo>
                  <a:pt x="669549" y="111338"/>
                </a:lnTo>
                <a:lnTo>
                  <a:pt x="678334" y="68108"/>
                </a:lnTo>
                <a:lnTo>
                  <a:pt x="702255" y="32705"/>
                </a:lnTo>
                <a:lnTo>
                  <a:pt x="737657" y="8785"/>
                </a:lnTo>
                <a:lnTo>
                  <a:pt x="780887" y="0"/>
                </a:lnTo>
                <a:lnTo>
                  <a:pt x="780887" y="10121"/>
                </a:lnTo>
                <a:lnTo>
                  <a:pt x="826096" y="10121"/>
                </a:lnTo>
                <a:lnTo>
                  <a:pt x="841076" y="20243"/>
                </a:lnTo>
                <a:lnTo>
                  <a:pt x="780887" y="20243"/>
                </a:lnTo>
                <a:lnTo>
                  <a:pt x="745517" y="27431"/>
                </a:lnTo>
                <a:lnTo>
                  <a:pt x="716552" y="47002"/>
                </a:lnTo>
                <a:lnTo>
                  <a:pt x="696981" y="75968"/>
                </a:lnTo>
                <a:lnTo>
                  <a:pt x="689793" y="111338"/>
                </a:lnTo>
                <a:lnTo>
                  <a:pt x="696981" y="146709"/>
                </a:lnTo>
                <a:lnTo>
                  <a:pt x="716552" y="175674"/>
                </a:lnTo>
                <a:lnTo>
                  <a:pt x="745517" y="195246"/>
                </a:lnTo>
                <a:lnTo>
                  <a:pt x="780887" y="202434"/>
                </a:lnTo>
                <a:lnTo>
                  <a:pt x="791009" y="206988"/>
                </a:lnTo>
                <a:lnTo>
                  <a:pt x="786454" y="222678"/>
                </a:lnTo>
                <a:close/>
              </a:path>
              <a:path w="953134" h="222884">
                <a:moveTo>
                  <a:pt x="826096" y="10121"/>
                </a:moveTo>
                <a:lnTo>
                  <a:pt x="780887" y="10121"/>
                </a:lnTo>
                <a:lnTo>
                  <a:pt x="780887" y="0"/>
                </a:lnTo>
                <a:lnTo>
                  <a:pt x="824118" y="8785"/>
                </a:lnTo>
                <a:lnTo>
                  <a:pt x="826096" y="10121"/>
                </a:lnTo>
                <a:close/>
              </a:path>
              <a:path w="953134" h="222884">
                <a:moveTo>
                  <a:pt x="881609" y="117994"/>
                </a:moveTo>
                <a:lnTo>
                  <a:pt x="871643" y="109663"/>
                </a:lnTo>
                <a:lnTo>
                  <a:pt x="864795" y="75968"/>
                </a:lnTo>
                <a:lnTo>
                  <a:pt x="845223" y="47002"/>
                </a:lnTo>
                <a:lnTo>
                  <a:pt x="816258" y="27431"/>
                </a:lnTo>
                <a:lnTo>
                  <a:pt x="780887" y="20243"/>
                </a:lnTo>
                <a:lnTo>
                  <a:pt x="841076" y="20243"/>
                </a:lnTo>
                <a:lnTo>
                  <a:pt x="859520" y="32705"/>
                </a:lnTo>
                <a:lnTo>
                  <a:pt x="883440" y="68108"/>
                </a:lnTo>
                <a:lnTo>
                  <a:pt x="891845" y="109464"/>
                </a:lnTo>
                <a:lnTo>
                  <a:pt x="881609" y="117994"/>
                </a:lnTo>
                <a:close/>
              </a:path>
              <a:path w="953134" h="222884">
                <a:moveTo>
                  <a:pt x="882104" y="144741"/>
                </a:moveTo>
                <a:lnTo>
                  <a:pt x="814795" y="88566"/>
                </a:lnTo>
                <a:lnTo>
                  <a:pt x="809735" y="78442"/>
                </a:lnTo>
                <a:lnTo>
                  <a:pt x="823399" y="69334"/>
                </a:lnTo>
                <a:lnTo>
                  <a:pt x="871643" y="109663"/>
                </a:lnTo>
                <a:lnTo>
                  <a:pt x="871983" y="111338"/>
                </a:lnTo>
                <a:lnTo>
                  <a:pt x="871983" y="116906"/>
                </a:lnTo>
                <a:lnTo>
                  <a:pt x="880090" y="119260"/>
                </a:lnTo>
                <a:lnTo>
                  <a:pt x="875020" y="123485"/>
                </a:lnTo>
                <a:lnTo>
                  <a:pt x="881598" y="131075"/>
                </a:lnTo>
                <a:lnTo>
                  <a:pt x="898478" y="131075"/>
                </a:lnTo>
                <a:lnTo>
                  <a:pt x="882104" y="144741"/>
                </a:lnTo>
                <a:close/>
              </a:path>
              <a:path w="953134" h="222884">
                <a:moveTo>
                  <a:pt x="909998" y="121461"/>
                </a:moveTo>
                <a:lnTo>
                  <a:pt x="887670" y="121461"/>
                </a:lnTo>
                <a:lnTo>
                  <a:pt x="892226" y="111338"/>
                </a:lnTo>
                <a:lnTo>
                  <a:pt x="891885" y="109663"/>
                </a:lnTo>
                <a:lnTo>
                  <a:pt x="891845" y="109464"/>
                </a:lnTo>
                <a:lnTo>
                  <a:pt x="935749" y="72876"/>
                </a:lnTo>
                <a:lnTo>
                  <a:pt x="946377" y="69840"/>
                </a:lnTo>
                <a:lnTo>
                  <a:pt x="952955" y="84516"/>
                </a:lnTo>
                <a:lnTo>
                  <a:pt x="949414" y="88566"/>
                </a:lnTo>
                <a:lnTo>
                  <a:pt x="909998" y="121461"/>
                </a:lnTo>
                <a:close/>
              </a:path>
              <a:path w="953134" h="222884">
                <a:moveTo>
                  <a:pt x="887670" y="121461"/>
                </a:moveTo>
                <a:lnTo>
                  <a:pt x="884738" y="120610"/>
                </a:lnTo>
                <a:lnTo>
                  <a:pt x="881609" y="117994"/>
                </a:lnTo>
                <a:lnTo>
                  <a:pt x="891845" y="109464"/>
                </a:lnTo>
                <a:lnTo>
                  <a:pt x="892226" y="111338"/>
                </a:lnTo>
                <a:lnTo>
                  <a:pt x="887670" y="121461"/>
                </a:lnTo>
                <a:close/>
              </a:path>
              <a:path w="953134" h="222884">
                <a:moveTo>
                  <a:pt x="880090" y="119260"/>
                </a:moveTo>
                <a:lnTo>
                  <a:pt x="871983" y="116906"/>
                </a:lnTo>
                <a:lnTo>
                  <a:pt x="871983" y="111338"/>
                </a:lnTo>
                <a:lnTo>
                  <a:pt x="871643" y="109663"/>
                </a:lnTo>
                <a:lnTo>
                  <a:pt x="881609" y="117994"/>
                </a:lnTo>
                <a:lnTo>
                  <a:pt x="880090" y="119260"/>
                </a:lnTo>
                <a:close/>
              </a:path>
              <a:path w="953134" h="222884">
                <a:moveTo>
                  <a:pt x="884738" y="120610"/>
                </a:moveTo>
                <a:lnTo>
                  <a:pt x="880090" y="119260"/>
                </a:lnTo>
                <a:lnTo>
                  <a:pt x="881609" y="117994"/>
                </a:lnTo>
                <a:lnTo>
                  <a:pt x="884738" y="120610"/>
                </a:lnTo>
                <a:close/>
              </a:path>
              <a:path w="953134" h="222884">
                <a:moveTo>
                  <a:pt x="881598" y="131075"/>
                </a:moveTo>
                <a:lnTo>
                  <a:pt x="875020" y="123485"/>
                </a:lnTo>
                <a:lnTo>
                  <a:pt x="880090" y="119260"/>
                </a:lnTo>
                <a:lnTo>
                  <a:pt x="884738" y="120610"/>
                </a:lnTo>
                <a:lnTo>
                  <a:pt x="888178" y="123485"/>
                </a:lnTo>
                <a:lnTo>
                  <a:pt x="881598" y="131075"/>
                </a:lnTo>
                <a:close/>
              </a:path>
              <a:path w="953134" h="222884">
                <a:moveTo>
                  <a:pt x="898478" y="131075"/>
                </a:moveTo>
                <a:lnTo>
                  <a:pt x="881598" y="131075"/>
                </a:lnTo>
                <a:lnTo>
                  <a:pt x="888178" y="123485"/>
                </a:lnTo>
                <a:lnTo>
                  <a:pt x="884738" y="120610"/>
                </a:lnTo>
                <a:lnTo>
                  <a:pt x="887670" y="121461"/>
                </a:lnTo>
                <a:lnTo>
                  <a:pt x="909998" y="121461"/>
                </a:lnTo>
                <a:lnTo>
                  <a:pt x="898478" y="131075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9831302"/>
            <a:ext cx="6083935" cy="436245"/>
          </a:xfrm>
          <a:custGeom>
            <a:avLst/>
            <a:gdLst/>
            <a:ahLst/>
            <a:cxnLst/>
            <a:rect l="l" t="t" r="r" b="b"/>
            <a:pathLst>
              <a:path w="6083934" h="436245">
                <a:moveTo>
                  <a:pt x="6083482" y="435737"/>
                </a:moveTo>
                <a:lnTo>
                  <a:pt x="0" y="435737"/>
                </a:lnTo>
                <a:lnTo>
                  <a:pt x="0" y="0"/>
                </a:lnTo>
                <a:lnTo>
                  <a:pt x="6083482" y="0"/>
                </a:lnTo>
                <a:lnTo>
                  <a:pt x="6083482" y="435737"/>
                </a:lnTo>
                <a:close/>
              </a:path>
            </a:pathLst>
          </a:custGeom>
          <a:solidFill>
            <a:srgbClr val="545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83482" y="9831302"/>
            <a:ext cx="6121400" cy="436245"/>
          </a:xfrm>
          <a:custGeom>
            <a:avLst/>
            <a:gdLst/>
            <a:ahLst/>
            <a:cxnLst/>
            <a:rect l="l" t="t" r="r" b="b"/>
            <a:pathLst>
              <a:path w="6121400" h="436245">
                <a:moveTo>
                  <a:pt x="6121084" y="435737"/>
                </a:moveTo>
                <a:lnTo>
                  <a:pt x="0" y="435737"/>
                </a:lnTo>
                <a:lnTo>
                  <a:pt x="0" y="0"/>
                </a:lnTo>
                <a:lnTo>
                  <a:pt x="6121084" y="0"/>
                </a:lnTo>
                <a:lnTo>
                  <a:pt x="6121084" y="435737"/>
                </a:lnTo>
                <a:close/>
              </a:path>
            </a:pathLst>
          </a:custGeom>
          <a:solidFill>
            <a:srgbClr val="61C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204567" y="9831302"/>
            <a:ext cx="6083935" cy="436245"/>
          </a:xfrm>
          <a:custGeom>
            <a:avLst/>
            <a:gdLst/>
            <a:ahLst/>
            <a:cxnLst/>
            <a:rect l="l" t="t" r="r" b="b"/>
            <a:pathLst>
              <a:path w="6083934" h="436245">
                <a:moveTo>
                  <a:pt x="6083431" y="435737"/>
                </a:moveTo>
                <a:lnTo>
                  <a:pt x="0" y="435737"/>
                </a:lnTo>
                <a:lnTo>
                  <a:pt x="0" y="0"/>
                </a:lnTo>
                <a:lnTo>
                  <a:pt x="6083431" y="0"/>
                </a:lnTo>
                <a:lnTo>
                  <a:pt x="6083431" y="435737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62775" y="2274411"/>
            <a:ext cx="6461668" cy="4745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rgbClr val="2029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9729" y="9458774"/>
            <a:ext cx="191806" cy="1411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952537" y="9452702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661055" y="9452702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0" y="151825"/>
                </a:moveTo>
                <a:lnTo>
                  <a:pt x="0" y="0"/>
                </a:lnTo>
                <a:lnTo>
                  <a:pt x="101218" y="75911"/>
                </a:lnTo>
                <a:lnTo>
                  <a:pt x="0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258741" y="9417274"/>
            <a:ext cx="274955" cy="222885"/>
          </a:xfrm>
          <a:custGeom>
            <a:avLst/>
            <a:gdLst/>
            <a:ahLst/>
            <a:cxnLst/>
            <a:rect l="l" t="t" r="r" b="b"/>
            <a:pathLst>
              <a:path w="274955" h="222884">
                <a:moveTo>
                  <a:pt x="102734" y="50608"/>
                </a:moveTo>
                <a:lnTo>
                  <a:pt x="82490" y="50608"/>
                </a:lnTo>
                <a:lnTo>
                  <a:pt x="82490" y="0"/>
                </a:lnTo>
                <a:lnTo>
                  <a:pt x="274802" y="0"/>
                </a:lnTo>
                <a:lnTo>
                  <a:pt x="274802" y="10121"/>
                </a:lnTo>
                <a:lnTo>
                  <a:pt x="92614" y="10121"/>
                </a:lnTo>
                <a:lnTo>
                  <a:pt x="92614" y="20243"/>
                </a:lnTo>
                <a:lnTo>
                  <a:pt x="102734" y="20243"/>
                </a:lnTo>
                <a:lnTo>
                  <a:pt x="102734" y="50608"/>
                </a:lnTo>
                <a:close/>
              </a:path>
              <a:path w="274955" h="222884">
                <a:moveTo>
                  <a:pt x="102734" y="20243"/>
                </a:moveTo>
                <a:lnTo>
                  <a:pt x="92614" y="20243"/>
                </a:lnTo>
                <a:lnTo>
                  <a:pt x="92614" y="10121"/>
                </a:lnTo>
                <a:lnTo>
                  <a:pt x="102734" y="10121"/>
                </a:lnTo>
                <a:lnTo>
                  <a:pt x="102734" y="20243"/>
                </a:lnTo>
                <a:close/>
              </a:path>
              <a:path w="274955" h="222884">
                <a:moveTo>
                  <a:pt x="254558" y="20243"/>
                </a:moveTo>
                <a:lnTo>
                  <a:pt x="102734" y="20243"/>
                </a:lnTo>
                <a:lnTo>
                  <a:pt x="102734" y="10121"/>
                </a:lnTo>
                <a:lnTo>
                  <a:pt x="254558" y="10121"/>
                </a:lnTo>
                <a:lnTo>
                  <a:pt x="254558" y="20243"/>
                </a:lnTo>
                <a:close/>
              </a:path>
              <a:path w="274955" h="222884">
                <a:moveTo>
                  <a:pt x="264681" y="131581"/>
                </a:moveTo>
                <a:lnTo>
                  <a:pt x="254558" y="131581"/>
                </a:lnTo>
                <a:lnTo>
                  <a:pt x="254558" y="10121"/>
                </a:lnTo>
                <a:lnTo>
                  <a:pt x="264681" y="10121"/>
                </a:lnTo>
                <a:lnTo>
                  <a:pt x="264681" y="20243"/>
                </a:lnTo>
                <a:lnTo>
                  <a:pt x="274802" y="20243"/>
                </a:lnTo>
                <a:lnTo>
                  <a:pt x="274802" y="121461"/>
                </a:lnTo>
                <a:lnTo>
                  <a:pt x="264681" y="121461"/>
                </a:lnTo>
                <a:lnTo>
                  <a:pt x="264681" y="131581"/>
                </a:lnTo>
                <a:close/>
              </a:path>
              <a:path w="274955" h="222884">
                <a:moveTo>
                  <a:pt x="274802" y="20243"/>
                </a:moveTo>
                <a:lnTo>
                  <a:pt x="264681" y="20243"/>
                </a:lnTo>
                <a:lnTo>
                  <a:pt x="264681" y="10121"/>
                </a:lnTo>
                <a:lnTo>
                  <a:pt x="274802" y="10121"/>
                </a:lnTo>
                <a:lnTo>
                  <a:pt x="274802" y="20243"/>
                </a:lnTo>
                <a:close/>
              </a:path>
              <a:path w="274955" h="222884">
                <a:moveTo>
                  <a:pt x="62248" y="91096"/>
                </a:moveTo>
                <a:lnTo>
                  <a:pt x="42003" y="91096"/>
                </a:lnTo>
                <a:lnTo>
                  <a:pt x="42003" y="40487"/>
                </a:lnTo>
                <a:lnTo>
                  <a:pt x="82490" y="40487"/>
                </a:lnTo>
                <a:lnTo>
                  <a:pt x="82490" y="50608"/>
                </a:lnTo>
                <a:lnTo>
                  <a:pt x="52125" y="50608"/>
                </a:lnTo>
                <a:lnTo>
                  <a:pt x="52125" y="60730"/>
                </a:lnTo>
                <a:lnTo>
                  <a:pt x="62248" y="60730"/>
                </a:lnTo>
                <a:lnTo>
                  <a:pt x="62248" y="91096"/>
                </a:lnTo>
                <a:close/>
              </a:path>
              <a:path w="274955" h="222884">
                <a:moveTo>
                  <a:pt x="234316" y="60730"/>
                </a:moveTo>
                <a:lnTo>
                  <a:pt x="224194" y="60730"/>
                </a:lnTo>
                <a:lnTo>
                  <a:pt x="224194" y="50608"/>
                </a:lnTo>
                <a:lnTo>
                  <a:pt x="102734" y="50608"/>
                </a:lnTo>
                <a:lnTo>
                  <a:pt x="102734" y="40487"/>
                </a:lnTo>
                <a:lnTo>
                  <a:pt x="234316" y="40487"/>
                </a:lnTo>
                <a:lnTo>
                  <a:pt x="234316" y="60730"/>
                </a:lnTo>
                <a:close/>
              </a:path>
              <a:path w="274955" h="222884">
                <a:moveTo>
                  <a:pt x="62248" y="60730"/>
                </a:moveTo>
                <a:lnTo>
                  <a:pt x="52125" y="60730"/>
                </a:lnTo>
                <a:lnTo>
                  <a:pt x="52125" y="50608"/>
                </a:lnTo>
                <a:lnTo>
                  <a:pt x="62248" y="50608"/>
                </a:lnTo>
                <a:lnTo>
                  <a:pt x="62248" y="60730"/>
                </a:lnTo>
                <a:close/>
              </a:path>
              <a:path w="274955" h="222884">
                <a:moveTo>
                  <a:pt x="214072" y="60730"/>
                </a:moveTo>
                <a:lnTo>
                  <a:pt x="62248" y="60730"/>
                </a:lnTo>
                <a:lnTo>
                  <a:pt x="62248" y="50608"/>
                </a:lnTo>
                <a:lnTo>
                  <a:pt x="214072" y="50608"/>
                </a:lnTo>
                <a:lnTo>
                  <a:pt x="214072" y="60730"/>
                </a:lnTo>
                <a:close/>
              </a:path>
              <a:path w="274955" h="222884">
                <a:moveTo>
                  <a:pt x="224194" y="172069"/>
                </a:moveTo>
                <a:lnTo>
                  <a:pt x="214072" y="172069"/>
                </a:lnTo>
                <a:lnTo>
                  <a:pt x="214072" y="50608"/>
                </a:lnTo>
                <a:lnTo>
                  <a:pt x="224194" y="50608"/>
                </a:lnTo>
                <a:lnTo>
                  <a:pt x="224194" y="60730"/>
                </a:lnTo>
                <a:lnTo>
                  <a:pt x="234316" y="60730"/>
                </a:lnTo>
                <a:lnTo>
                  <a:pt x="234316" y="121461"/>
                </a:lnTo>
                <a:lnTo>
                  <a:pt x="224194" y="121461"/>
                </a:lnTo>
                <a:lnTo>
                  <a:pt x="224194" y="141703"/>
                </a:lnTo>
                <a:lnTo>
                  <a:pt x="234316" y="141703"/>
                </a:lnTo>
                <a:lnTo>
                  <a:pt x="234316" y="161947"/>
                </a:lnTo>
                <a:lnTo>
                  <a:pt x="224194" y="161947"/>
                </a:lnTo>
                <a:lnTo>
                  <a:pt x="224194" y="172069"/>
                </a:lnTo>
                <a:close/>
              </a:path>
              <a:path w="274955" h="222884">
                <a:moveTo>
                  <a:pt x="191805" y="222678"/>
                </a:moveTo>
                <a:lnTo>
                  <a:pt x="0" y="222678"/>
                </a:lnTo>
                <a:lnTo>
                  <a:pt x="0" y="81480"/>
                </a:lnTo>
                <a:lnTo>
                  <a:pt x="42003" y="81480"/>
                </a:lnTo>
                <a:lnTo>
                  <a:pt x="42003" y="91096"/>
                </a:lnTo>
                <a:lnTo>
                  <a:pt x="191805" y="91096"/>
                </a:lnTo>
                <a:lnTo>
                  <a:pt x="191805" y="91602"/>
                </a:lnTo>
                <a:lnTo>
                  <a:pt x="10120" y="91602"/>
                </a:lnTo>
                <a:lnTo>
                  <a:pt x="10120" y="101724"/>
                </a:lnTo>
                <a:lnTo>
                  <a:pt x="20243" y="101724"/>
                </a:lnTo>
                <a:lnTo>
                  <a:pt x="20243" y="202434"/>
                </a:lnTo>
                <a:lnTo>
                  <a:pt x="10120" y="202434"/>
                </a:lnTo>
                <a:lnTo>
                  <a:pt x="10120" y="212555"/>
                </a:lnTo>
                <a:lnTo>
                  <a:pt x="191805" y="212555"/>
                </a:lnTo>
                <a:lnTo>
                  <a:pt x="191805" y="222678"/>
                </a:lnTo>
                <a:close/>
              </a:path>
              <a:path w="274955" h="222884">
                <a:moveTo>
                  <a:pt x="191805" y="91096"/>
                </a:moveTo>
                <a:lnTo>
                  <a:pt x="62248" y="91096"/>
                </a:lnTo>
                <a:lnTo>
                  <a:pt x="62248" y="81480"/>
                </a:lnTo>
                <a:lnTo>
                  <a:pt x="191805" y="81480"/>
                </a:lnTo>
                <a:lnTo>
                  <a:pt x="191805" y="91096"/>
                </a:lnTo>
                <a:close/>
              </a:path>
              <a:path w="274955" h="222884">
                <a:moveTo>
                  <a:pt x="20243" y="101724"/>
                </a:moveTo>
                <a:lnTo>
                  <a:pt x="10120" y="101724"/>
                </a:lnTo>
                <a:lnTo>
                  <a:pt x="10120" y="91602"/>
                </a:lnTo>
                <a:lnTo>
                  <a:pt x="20243" y="91602"/>
                </a:lnTo>
                <a:lnTo>
                  <a:pt x="20243" y="101724"/>
                </a:lnTo>
                <a:close/>
              </a:path>
              <a:path w="274955" h="222884">
                <a:moveTo>
                  <a:pt x="171561" y="101724"/>
                </a:moveTo>
                <a:lnTo>
                  <a:pt x="20243" y="101724"/>
                </a:lnTo>
                <a:lnTo>
                  <a:pt x="20243" y="91602"/>
                </a:lnTo>
                <a:lnTo>
                  <a:pt x="171561" y="91602"/>
                </a:lnTo>
                <a:lnTo>
                  <a:pt x="171561" y="101724"/>
                </a:lnTo>
                <a:close/>
              </a:path>
              <a:path w="274955" h="222884">
                <a:moveTo>
                  <a:pt x="181683" y="212555"/>
                </a:moveTo>
                <a:lnTo>
                  <a:pt x="171561" y="212555"/>
                </a:lnTo>
                <a:lnTo>
                  <a:pt x="171561" y="91602"/>
                </a:lnTo>
                <a:lnTo>
                  <a:pt x="181683" y="91602"/>
                </a:lnTo>
                <a:lnTo>
                  <a:pt x="181683" y="101724"/>
                </a:lnTo>
                <a:lnTo>
                  <a:pt x="191805" y="101724"/>
                </a:lnTo>
                <a:lnTo>
                  <a:pt x="191805" y="161947"/>
                </a:lnTo>
                <a:lnTo>
                  <a:pt x="183707" y="161947"/>
                </a:lnTo>
                <a:lnTo>
                  <a:pt x="183707" y="182191"/>
                </a:lnTo>
                <a:lnTo>
                  <a:pt x="191805" y="182191"/>
                </a:lnTo>
                <a:lnTo>
                  <a:pt x="191805" y="202434"/>
                </a:lnTo>
                <a:lnTo>
                  <a:pt x="181683" y="202434"/>
                </a:lnTo>
                <a:lnTo>
                  <a:pt x="181683" y="212555"/>
                </a:lnTo>
                <a:close/>
              </a:path>
              <a:path w="274955" h="222884">
                <a:moveTo>
                  <a:pt x="191805" y="101724"/>
                </a:moveTo>
                <a:lnTo>
                  <a:pt x="181683" y="101724"/>
                </a:lnTo>
                <a:lnTo>
                  <a:pt x="181683" y="91602"/>
                </a:lnTo>
                <a:lnTo>
                  <a:pt x="191805" y="91602"/>
                </a:lnTo>
                <a:lnTo>
                  <a:pt x="191805" y="101724"/>
                </a:lnTo>
                <a:close/>
              </a:path>
              <a:path w="274955" h="222884">
                <a:moveTo>
                  <a:pt x="234316" y="141703"/>
                </a:moveTo>
                <a:lnTo>
                  <a:pt x="224194" y="141703"/>
                </a:lnTo>
                <a:lnTo>
                  <a:pt x="224194" y="121461"/>
                </a:lnTo>
                <a:lnTo>
                  <a:pt x="234316" y="121461"/>
                </a:lnTo>
                <a:lnTo>
                  <a:pt x="234316" y="141703"/>
                </a:lnTo>
                <a:close/>
              </a:path>
              <a:path w="274955" h="222884">
                <a:moveTo>
                  <a:pt x="274802" y="141703"/>
                </a:moveTo>
                <a:lnTo>
                  <a:pt x="234316" y="141703"/>
                </a:lnTo>
                <a:lnTo>
                  <a:pt x="234316" y="121461"/>
                </a:lnTo>
                <a:lnTo>
                  <a:pt x="254558" y="121461"/>
                </a:lnTo>
                <a:lnTo>
                  <a:pt x="254558" y="131581"/>
                </a:lnTo>
                <a:lnTo>
                  <a:pt x="274802" y="131581"/>
                </a:lnTo>
                <a:lnTo>
                  <a:pt x="274802" y="141703"/>
                </a:lnTo>
                <a:close/>
              </a:path>
              <a:path w="274955" h="222884">
                <a:moveTo>
                  <a:pt x="274802" y="131581"/>
                </a:moveTo>
                <a:lnTo>
                  <a:pt x="264681" y="131581"/>
                </a:lnTo>
                <a:lnTo>
                  <a:pt x="264681" y="121461"/>
                </a:lnTo>
                <a:lnTo>
                  <a:pt x="274802" y="121461"/>
                </a:lnTo>
                <a:lnTo>
                  <a:pt x="274802" y="131581"/>
                </a:lnTo>
                <a:close/>
              </a:path>
              <a:path w="274955" h="222884">
                <a:moveTo>
                  <a:pt x="191805" y="182191"/>
                </a:moveTo>
                <a:lnTo>
                  <a:pt x="183707" y="182191"/>
                </a:lnTo>
                <a:lnTo>
                  <a:pt x="183707" y="161947"/>
                </a:lnTo>
                <a:lnTo>
                  <a:pt x="191805" y="161947"/>
                </a:lnTo>
                <a:lnTo>
                  <a:pt x="191805" y="182191"/>
                </a:lnTo>
                <a:close/>
              </a:path>
              <a:path w="274955" h="222884">
                <a:moveTo>
                  <a:pt x="234316" y="182191"/>
                </a:moveTo>
                <a:lnTo>
                  <a:pt x="191805" y="182191"/>
                </a:lnTo>
                <a:lnTo>
                  <a:pt x="191805" y="161947"/>
                </a:lnTo>
                <a:lnTo>
                  <a:pt x="214072" y="161947"/>
                </a:lnTo>
                <a:lnTo>
                  <a:pt x="214072" y="172069"/>
                </a:lnTo>
                <a:lnTo>
                  <a:pt x="234316" y="172069"/>
                </a:lnTo>
                <a:lnTo>
                  <a:pt x="234316" y="182191"/>
                </a:lnTo>
                <a:close/>
              </a:path>
              <a:path w="274955" h="222884">
                <a:moveTo>
                  <a:pt x="234316" y="172069"/>
                </a:moveTo>
                <a:lnTo>
                  <a:pt x="224194" y="172069"/>
                </a:lnTo>
                <a:lnTo>
                  <a:pt x="224194" y="161947"/>
                </a:lnTo>
                <a:lnTo>
                  <a:pt x="234316" y="161947"/>
                </a:lnTo>
                <a:lnTo>
                  <a:pt x="234316" y="172069"/>
                </a:lnTo>
                <a:close/>
              </a:path>
              <a:path w="274955" h="222884">
                <a:moveTo>
                  <a:pt x="20243" y="212555"/>
                </a:moveTo>
                <a:lnTo>
                  <a:pt x="10120" y="212555"/>
                </a:lnTo>
                <a:lnTo>
                  <a:pt x="10120" y="202434"/>
                </a:lnTo>
                <a:lnTo>
                  <a:pt x="20243" y="202434"/>
                </a:lnTo>
                <a:lnTo>
                  <a:pt x="20243" y="212555"/>
                </a:lnTo>
                <a:close/>
              </a:path>
              <a:path w="274955" h="222884">
                <a:moveTo>
                  <a:pt x="171561" y="212555"/>
                </a:moveTo>
                <a:lnTo>
                  <a:pt x="20243" y="212555"/>
                </a:lnTo>
                <a:lnTo>
                  <a:pt x="20243" y="202434"/>
                </a:lnTo>
                <a:lnTo>
                  <a:pt x="171561" y="202434"/>
                </a:lnTo>
                <a:lnTo>
                  <a:pt x="171561" y="212555"/>
                </a:lnTo>
                <a:close/>
              </a:path>
              <a:path w="274955" h="222884">
                <a:moveTo>
                  <a:pt x="191805" y="212555"/>
                </a:moveTo>
                <a:lnTo>
                  <a:pt x="181683" y="212555"/>
                </a:lnTo>
                <a:lnTo>
                  <a:pt x="181683" y="202434"/>
                </a:lnTo>
                <a:lnTo>
                  <a:pt x="191805" y="202434"/>
                </a:lnTo>
                <a:lnTo>
                  <a:pt x="191805" y="212555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3016833" y="9452701"/>
            <a:ext cx="810260" cy="152400"/>
          </a:xfrm>
          <a:custGeom>
            <a:avLst/>
            <a:gdLst/>
            <a:ahLst/>
            <a:cxnLst/>
            <a:rect l="l" t="t" r="r" b="b"/>
            <a:pathLst>
              <a:path w="810259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  <a:path w="810259" h="152400">
                <a:moveTo>
                  <a:pt x="708517" y="151825"/>
                </a:moveTo>
                <a:lnTo>
                  <a:pt x="708517" y="0"/>
                </a:lnTo>
                <a:lnTo>
                  <a:pt x="809733" y="75911"/>
                </a:lnTo>
                <a:lnTo>
                  <a:pt x="708517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435893" y="9463329"/>
            <a:ext cx="152400" cy="30480"/>
          </a:xfrm>
          <a:custGeom>
            <a:avLst/>
            <a:gdLst/>
            <a:ahLst/>
            <a:cxnLst/>
            <a:rect l="l" t="t" r="r" b="b"/>
            <a:pathLst>
              <a:path w="152400" h="30479">
                <a:moveTo>
                  <a:pt x="151824" y="30363"/>
                </a:moveTo>
                <a:lnTo>
                  <a:pt x="0" y="30363"/>
                </a:lnTo>
                <a:lnTo>
                  <a:pt x="0" y="0"/>
                </a:lnTo>
                <a:lnTo>
                  <a:pt x="151824" y="0"/>
                </a:lnTo>
                <a:lnTo>
                  <a:pt x="151824" y="30363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081634" y="9412731"/>
            <a:ext cx="810260" cy="233045"/>
          </a:xfrm>
          <a:custGeom>
            <a:avLst/>
            <a:gdLst/>
            <a:ahLst/>
            <a:cxnLst/>
            <a:rect l="l" t="t" r="r" b="b"/>
            <a:pathLst>
              <a:path w="810259" h="233045">
                <a:moveTo>
                  <a:pt x="101206" y="39979"/>
                </a:moveTo>
                <a:lnTo>
                  <a:pt x="0" y="115887"/>
                </a:lnTo>
                <a:lnTo>
                  <a:pt x="101206" y="191795"/>
                </a:lnTo>
                <a:lnTo>
                  <a:pt x="101206" y="39979"/>
                </a:lnTo>
                <a:close/>
              </a:path>
              <a:path w="810259" h="233045">
                <a:moveTo>
                  <a:pt x="455472" y="151815"/>
                </a:moveTo>
                <a:lnTo>
                  <a:pt x="303644" y="151815"/>
                </a:lnTo>
                <a:lnTo>
                  <a:pt x="303644" y="182181"/>
                </a:lnTo>
                <a:lnTo>
                  <a:pt x="455472" y="182181"/>
                </a:lnTo>
                <a:lnTo>
                  <a:pt x="455472" y="151815"/>
                </a:lnTo>
                <a:close/>
              </a:path>
              <a:path w="810259" h="233045">
                <a:moveTo>
                  <a:pt x="455472" y="0"/>
                </a:moveTo>
                <a:lnTo>
                  <a:pt x="303644" y="0"/>
                </a:lnTo>
                <a:lnTo>
                  <a:pt x="303644" y="30365"/>
                </a:lnTo>
                <a:lnTo>
                  <a:pt x="455472" y="30365"/>
                </a:lnTo>
                <a:lnTo>
                  <a:pt x="455472" y="0"/>
                </a:lnTo>
                <a:close/>
              </a:path>
              <a:path w="810259" h="233045">
                <a:moveTo>
                  <a:pt x="506082" y="202425"/>
                </a:moveTo>
                <a:lnTo>
                  <a:pt x="354253" y="202425"/>
                </a:lnTo>
                <a:lnTo>
                  <a:pt x="354253" y="232791"/>
                </a:lnTo>
                <a:lnTo>
                  <a:pt x="506082" y="232791"/>
                </a:lnTo>
                <a:lnTo>
                  <a:pt x="506082" y="202425"/>
                </a:lnTo>
                <a:close/>
              </a:path>
              <a:path w="810259" h="233045">
                <a:moveTo>
                  <a:pt x="506082" y="101206"/>
                </a:moveTo>
                <a:lnTo>
                  <a:pt x="354253" y="101206"/>
                </a:lnTo>
                <a:lnTo>
                  <a:pt x="354253" y="131572"/>
                </a:lnTo>
                <a:lnTo>
                  <a:pt x="506082" y="131572"/>
                </a:lnTo>
                <a:lnTo>
                  <a:pt x="506082" y="101206"/>
                </a:lnTo>
                <a:close/>
              </a:path>
              <a:path w="810259" h="233045">
                <a:moveTo>
                  <a:pt x="809726" y="115887"/>
                </a:moveTo>
                <a:lnTo>
                  <a:pt x="708507" y="39979"/>
                </a:lnTo>
                <a:lnTo>
                  <a:pt x="708507" y="191795"/>
                </a:lnTo>
                <a:lnTo>
                  <a:pt x="809726" y="115887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5449576" y="9412731"/>
            <a:ext cx="202565" cy="132080"/>
          </a:xfrm>
          <a:custGeom>
            <a:avLst/>
            <a:gdLst/>
            <a:ahLst/>
            <a:cxnLst/>
            <a:rect l="l" t="t" r="r" b="b"/>
            <a:pathLst>
              <a:path w="202565" h="132079">
                <a:moveTo>
                  <a:pt x="151815" y="0"/>
                </a:moveTo>
                <a:lnTo>
                  <a:pt x="0" y="0"/>
                </a:lnTo>
                <a:lnTo>
                  <a:pt x="0" y="30365"/>
                </a:lnTo>
                <a:lnTo>
                  <a:pt x="151815" y="30365"/>
                </a:lnTo>
                <a:lnTo>
                  <a:pt x="151815" y="0"/>
                </a:lnTo>
                <a:close/>
              </a:path>
              <a:path w="202565" h="132079">
                <a:moveTo>
                  <a:pt x="202425" y="101206"/>
                </a:moveTo>
                <a:lnTo>
                  <a:pt x="50609" y="101206"/>
                </a:lnTo>
                <a:lnTo>
                  <a:pt x="50609" y="131572"/>
                </a:lnTo>
                <a:lnTo>
                  <a:pt x="202425" y="131572"/>
                </a:lnTo>
                <a:lnTo>
                  <a:pt x="202425" y="101206"/>
                </a:lnTo>
                <a:close/>
              </a:path>
              <a:path w="202565" h="132079">
                <a:moveTo>
                  <a:pt x="202425" y="50609"/>
                </a:moveTo>
                <a:lnTo>
                  <a:pt x="50609" y="50609"/>
                </a:lnTo>
                <a:lnTo>
                  <a:pt x="50609" y="80962"/>
                </a:lnTo>
                <a:lnTo>
                  <a:pt x="202425" y="80962"/>
                </a:lnTo>
                <a:lnTo>
                  <a:pt x="202425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5145919" y="9452711"/>
            <a:ext cx="810260" cy="193040"/>
          </a:xfrm>
          <a:custGeom>
            <a:avLst/>
            <a:gdLst/>
            <a:ahLst/>
            <a:cxnLst/>
            <a:rect l="l" t="t" r="r" b="b"/>
            <a:pathLst>
              <a:path w="810259" h="193040">
                <a:moveTo>
                  <a:pt x="101219" y="0"/>
                </a:moveTo>
                <a:lnTo>
                  <a:pt x="0" y="75907"/>
                </a:lnTo>
                <a:lnTo>
                  <a:pt x="101219" y="151815"/>
                </a:lnTo>
                <a:lnTo>
                  <a:pt x="101219" y="0"/>
                </a:lnTo>
                <a:close/>
              </a:path>
              <a:path w="810259" h="193040">
                <a:moveTo>
                  <a:pt x="455472" y="111836"/>
                </a:moveTo>
                <a:lnTo>
                  <a:pt x="303657" y="111836"/>
                </a:lnTo>
                <a:lnTo>
                  <a:pt x="303657" y="142201"/>
                </a:lnTo>
                <a:lnTo>
                  <a:pt x="455472" y="142201"/>
                </a:lnTo>
                <a:lnTo>
                  <a:pt x="455472" y="111836"/>
                </a:lnTo>
                <a:close/>
              </a:path>
              <a:path w="810259" h="193040">
                <a:moveTo>
                  <a:pt x="506082" y="162445"/>
                </a:moveTo>
                <a:lnTo>
                  <a:pt x="354266" y="162445"/>
                </a:lnTo>
                <a:lnTo>
                  <a:pt x="354266" y="192811"/>
                </a:lnTo>
                <a:lnTo>
                  <a:pt x="506082" y="192811"/>
                </a:lnTo>
                <a:lnTo>
                  <a:pt x="506082" y="162445"/>
                </a:lnTo>
                <a:close/>
              </a:path>
              <a:path w="810259" h="193040">
                <a:moveTo>
                  <a:pt x="809739" y="75907"/>
                </a:moveTo>
                <a:lnTo>
                  <a:pt x="708520" y="0"/>
                </a:lnTo>
                <a:lnTo>
                  <a:pt x="708520" y="151815"/>
                </a:lnTo>
                <a:lnTo>
                  <a:pt x="809739" y="75907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6513861" y="9412731"/>
            <a:ext cx="202565" cy="233045"/>
          </a:xfrm>
          <a:custGeom>
            <a:avLst/>
            <a:gdLst/>
            <a:ahLst/>
            <a:cxnLst/>
            <a:rect l="l" t="t" r="r" b="b"/>
            <a:pathLst>
              <a:path w="202565" h="233045">
                <a:moveTo>
                  <a:pt x="151828" y="151815"/>
                </a:moveTo>
                <a:lnTo>
                  <a:pt x="0" y="151815"/>
                </a:lnTo>
                <a:lnTo>
                  <a:pt x="0" y="182181"/>
                </a:lnTo>
                <a:lnTo>
                  <a:pt x="151828" y="182181"/>
                </a:lnTo>
                <a:lnTo>
                  <a:pt x="151828" y="151815"/>
                </a:lnTo>
                <a:close/>
              </a:path>
              <a:path w="202565" h="233045">
                <a:moveTo>
                  <a:pt x="151828" y="0"/>
                </a:moveTo>
                <a:lnTo>
                  <a:pt x="0" y="0"/>
                </a:lnTo>
                <a:lnTo>
                  <a:pt x="0" y="30365"/>
                </a:lnTo>
                <a:lnTo>
                  <a:pt x="151828" y="30365"/>
                </a:lnTo>
                <a:lnTo>
                  <a:pt x="151828" y="0"/>
                </a:lnTo>
                <a:close/>
              </a:path>
              <a:path w="202565" h="233045">
                <a:moveTo>
                  <a:pt x="202438" y="202425"/>
                </a:moveTo>
                <a:lnTo>
                  <a:pt x="50609" y="202425"/>
                </a:lnTo>
                <a:lnTo>
                  <a:pt x="50609" y="232791"/>
                </a:lnTo>
                <a:lnTo>
                  <a:pt x="202438" y="232791"/>
                </a:lnTo>
                <a:lnTo>
                  <a:pt x="202438" y="202425"/>
                </a:lnTo>
                <a:close/>
              </a:path>
              <a:path w="202565" h="233045">
                <a:moveTo>
                  <a:pt x="202438" y="101206"/>
                </a:moveTo>
                <a:lnTo>
                  <a:pt x="50609" y="101206"/>
                </a:lnTo>
                <a:lnTo>
                  <a:pt x="50609" y="131572"/>
                </a:lnTo>
                <a:lnTo>
                  <a:pt x="202438" y="131572"/>
                </a:lnTo>
                <a:lnTo>
                  <a:pt x="202438" y="101206"/>
                </a:lnTo>
                <a:close/>
              </a:path>
              <a:path w="202565" h="233045">
                <a:moveTo>
                  <a:pt x="202438" y="50609"/>
                </a:moveTo>
                <a:lnTo>
                  <a:pt x="50609" y="50609"/>
                </a:lnTo>
                <a:lnTo>
                  <a:pt x="50609" y="80962"/>
                </a:lnTo>
                <a:lnTo>
                  <a:pt x="202438" y="80962"/>
                </a:lnTo>
                <a:lnTo>
                  <a:pt x="202438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582722" y="9433470"/>
            <a:ext cx="209012" cy="206988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7202652" y="9417274"/>
            <a:ext cx="953135" cy="222885"/>
          </a:xfrm>
          <a:custGeom>
            <a:avLst/>
            <a:gdLst/>
            <a:ahLst/>
            <a:cxnLst/>
            <a:rect l="l" t="t" r="r" b="b"/>
            <a:pathLst>
              <a:path w="953134" h="222884">
                <a:moveTo>
                  <a:pt x="71874" y="117994"/>
                </a:moveTo>
                <a:lnTo>
                  <a:pt x="62490" y="110149"/>
                </a:lnTo>
                <a:lnTo>
                  <a:pt x="71034" y="68108"/>
                </a:lnTo>
                <a:lnTo>
                  <a:pt x="94954" y="32705"/>
                </a:lnTo>
                <a:lnTo>
                  <a:pt x="130356" y="8785"/>
                </a:lnTo>
                <a:lnTo>
                  <a:pt x="173587" y="0"/>
                </a:lnTo>
                <a:lnTo>
                  <a:pt x="216817" y="8785"/>
                </a:lnTo>
                <a:lnTo>
                  <a:pt x="233775" y="20243"/>
                </a:lnTo>
                <a:lnTo>
                  <a:pt x="173587" y="20243"/>
                </a:lnTo>
                <a:lnTo>
                  <a:pt x="138216" y="27431"/>
                </a:lnTo>
                <a:lnTo>
                  <a:pt x="109251" y="47002"/>
                </a:lnTo>
                <a:lnTo>
                  <a:pt x="89679" y="75968"/>
                </a:lnTo>
                <a:lnTo>
                  <a:pt x="83027" y="108700"/>
                </a:lnTo>
                <a:lnTo>
                  <a:pt x="71874" y="117994"/>
                </a:lnTo>
                <a:close/>
              </a:path>
              <a:path w="953134" h="222884">
                <a:moveTo>
                  <a:pt x="173587" y="222678"/>
                </a:moveTo>
                <a:lnTo>
                  <a:pt x="163465" y="218122"/>
                </a:lnTo>
                <a:lnTo>
                  <a:pt x="168020" y="202434"/>
                </a:lnTo>
                <a:lnTo>
                  <a:pt x="173587" y="202434"/>
                </a:lnTo>
                <a:lnTo>
                  <a:pt x="208530" y="195246"/>
                </a:lnTo>
                <a:lnTo>
                  <a:pt x="237543" y="175675"/>
                </a:lnTo>
                <a:lnTo>
                  <a:pt x="257351" y="146709"/>
                </a:lnTo>
                <a:lnTo>
                  <a:pt x="264681" y="111338"/>
                </a:lnTo>
                <a:lnTo>
                  <a:pt x="257494" y="75968"/>
                </a:lnTo>
                <a:lnTo>
                  <a:pt x="237923" y="47002"/>
                </a:lnTo>
                <a:lnTo>
                  <a:pt x="208958" y="27431"/>
                </a:lnTo>
                <a:lnTo>
                  <a:pt x="173587" y="20243"/>
                </a:lnTo>
                <a:lnTo>
                  <a:pt x="233775" y="20243"/>
                </a:lnTo>
                <a:lnTo>
                  <a:pt x="252220" y="32705"/>
                </a:lnTo>
                <a:lnTo>
                  <a:pt x="276141" y="68108"/>
                </a:lnTo>
                <a:lnTo>
                  <a:pt x="284927" y="111338"/>
                </a:lnTo>
                <a:lnTo>
                  <a:pt x="275999" y="154569"/>
                </a:lnTo>
                <a:lnTo>
                  <a:pt x="251841" y="189972"/>
                </a:lnTo>
                <a:lnTo>
                  <a:pt x="216391" y="213892"/>
                </a:lnTo>
                <a:lnTo>
                  <a:pt x="173587" y="222678"/>
                </a:lnTo>
                <a:close/>
              </a:path>
              <a:path w="953134" h="222884">
                <a:moveTo>
                  <a:pt x="72370" y="144741"/>
                </a:moveTo>
                <a:lnTo>
                  <a:pt x="5060" y="88566"/>
                </a:lnTo>
                <a:lnTo>
                  <a:pt x="0" y="78443"/>
                </a:lnTo>
                <a:lnTo>
                  <a:pt x="13663" y="69334"/>
                </a:lnTo>
                <a:lnTo>
                  <a:pt x="62490" y="110149"/>
                </a:lnTo>
                <a:lnTo>
                  <a:pt x="62248" y="111338"/>
                </a:lnTo>
                <a:lnTo>
                  <a:pt x="62248" y="116906"/>
                </a:lnTo>
                <a:lnTo>
                  <a:pt x="70355" y="119260"/>
                </a:lnTo>
                <a:lnTo>
                  <a:pt x="65285" y="123485"/>
                </a:lnTo>
                <a:lnTo>
                  <a:pt x="71864" y="131075"/>
                </a:lnTo>
                <a:lnTo>
                  <a:pt x="88744" y="131075"/>
                </a:lnTo>
                <a:lnTo>
                  <a:pt x="72370" y="144741"/>
                </a:lnTo>
                <a:close/>
              </a:path>
              <a:path w="953134" h="222884">
                <a:moveTo>
                  <a:pt x="100264" y="121461"/>
                </a:moveTo>
                <a:lnTo>
                  <a:pt x="77937" y="121461"/>
                </a:lnTo>
                <a:lnTo>
                  <a:pt x="82491" y="111338"/>
                </a:lnTo>
                <a:lnTo>
                  <a:pt x="83027" y="108700"/>
                </a:lnTo>
                <a:lnTo>
                  <a:pt x="126015" y="72876"/>
                </a:lnTo>
                <a:lnTo>
                  <a:pt x="136642" y="69840"/>
                </a:lnTo>
                <a:lnTo>
                  <a:pt x="143221" y="84516"/>
                </a:lnTo>
                <a:lnTo>
                  <a:pt x="139679" y="88566"/>
                </a:lnTo>
                <a:lnTo>
                  <a:pt x="100264" y="121461"/>
                </a:lnTo>
                <a:close/>
              </a:path>
              <a:path w="953134" h="222884">
                <a:moveTo>
                  <a:pt x="77937" y="121461"/>
                </a:moveTo>
                <a:lnTo>
                  <a:pt x="75004" y="120609"/>
                </a:lnTo>
                <a:lnTo>
                  <a:pt x="71874" y="117994"/>
                </a:lnTo>
                <a:lnTo>
                  <a:pt x="83027" y="108700"/>
                </a:lnTo>
                <a:lnTo>
                  <a:pt x="82491" y="111338"/>
                </a:lnTo>
                <a:lnTo>
                  <a:pt x="77937" y="121461"/>
                </a:lnTo>
                <a:close/>
              </a:path>
              <a:path w="953134" h="222884">
                <a:moveTo>
                  <a:pt x="70355" y="119260"/>
                </a:moveTo>
                <a:lnTo>
                  <a:pt x="62248" y="116906"/>
                </a:lnTo>
                <a:lnTo>
                  <a:pt x="62248" y="111338"/>
                </a:lnTo>
                <a:lnTo>
                  <a:pt x="62490" y="110149"/>
                </a:lnTo>
                <a:lnTo>
                  <a:pt x="71874" y="117994"/>
                </a:lnTo>
                <a:lnTo>
                  <a:pt x="70355" y="119260"/>
                </a:lnTo>
                <a:close/>
              </a:path>
              <a:path w="953134" h="222884">
                <a:moveTo>
                  <a:pt x="75004" y="120609"/>
                </a:moveTo>
                <a:lnTo>
                  <a:pt x="70355" y="119260"/>
                </a:lnTo>
                <a:lnTo>
                  <a:pt x="71874" y="117994"/>
                </a:lnTo>
                <a:lnTo>
                  <a:pt x="75004" y="120609"/>
                </a:lnTo>
                <a:close/>
              </a:path>
              <a:path w="953134" h="222884">
                <a:moveTo>
                  <a:pt x="71864" y="131075"/>
                </a:moveTo>
                <a:lnTo>
                  <a:pt x="65285" y="123485"/>
                </a:lnTo>
                <a:lnTo>
                  <a:pt x="70355" y="119260"/>
                </a:lnTo>
                <a:lnTo>
                  <a:pt x="75004" y="120609"/>
                </a:lnTo>
                <a:lnTo>
                  <a:pt x="78444" y="123485"/>
                </a:lnTo>
                <a:lnTo>
                  <a:pt x="71864" y="131075"/>
                </a:lnTo>
                <a:close/>
              </a:path>
              <a:path w="953134" h="222884">
                <a:moveTo>
                  <a:pt x="88744" y="131075"/>
                </a:moveTo>
                <a:lnTo>
                  <a:pt x="71864" y="131075"/>
                </a:lnTo>
                <a:lnTo>
                  <a:pt x="78444" y="123485"/>
                </a:lnTo>
                <a:lnTo>
                  <a:pt x="75004" y="120609"/>
                </a:lnTo>
                <a:lnTo>
                  <a:pt x="77937" y="121461"/>
                </a:lnTo>
                <a:lnTo>
                  <a:pt x="100264" y="121461"/>
                </a:lnTo>
                <a:lnTo>
                  <a:pt x="88744" y="131075"/>
                </a:lnTo>
                <a:close/>
              </a:path>
              <a:path w="953134" h="222884">
                <a:moveTo>
                  <a:pt x="786454" y="222678"/>
                </a:moveTo>
                <a:lnTo>
                  <a:pt x="780887" y="222678"/>
                </a:lnTo>
                <a:lnTo>
                  <a:pt x="737657" y="213892"/>
                </a:lnTo>
                <a:lnTo>
                  <a:pt x="702255" y="189972"/>
                </a:lnTo>
                <a:lnTo>
                  <a:pt x="678334" y="154569"/>
                </a:lnTo>
                <a:lnTo>
                  <a:pt x="669549" y="111338"/>
                </a:lnTo>
                <a:lnTo>
                  <a:pt x="678334" y="68108"/>
                </a:lnTo>
                <a:lnTo>
                  <a:pt x="702255" y="32705"/>
                </a:lnTo>
                <a:lnTo>
                  <a:pt x="737657" y="8785"/>
                </a:lnTo>
                <a:lnTo>
                  <a:pt x="780887" y="0"/>
                </a:lnTo>
                <a:lnTo>
                  <a:pt x="780887" y="10121"/>
                </a:lnTo>
                <a:lnTo>
                  <a:pt x="826096" y="10121"/>
                </a:lnTo>
                <a:lnTo>
                  <a:pt x="841076" y="20243"/>
                </a:lnTo>
                <a:lnTo>
                  <a:pt x="780887" y="20243"/>
                </a:lnTo>
                <a:lnTo>
                  <a:pt x="745517" y="27431"/>
                </a:lnTo>
                <a:lnTo>
                  <a:pt x="716552" y="47002"/>
                </a:lnTo>
                <a:lnTo>
                  <a:pt x="696981" y="75968"/>
                </a:lnTo>
                <a:lnTo>
                  <a:pt x="689793" y="111338"/>
                </a:lnTo>
                <a:lnTo>
                  <a:pt x="696981" y="146709"/>
                </a:lnTo>
                <a:lnTo>
                  <a:pt x="716552" y="175675"/>
                </a:lnTo>
                <a:lnTo>
                  <a:pt x="745517" y="195246"/>
                </a:lnTo>
                <a:lnTo>
                  <a:pt x="780887" y="202434"/>
                </a:lnTo>
                <a:lnTo>
                  <a:pt x="791009" y="206988"/>
                </a:lnTo>
                <a:lnTo>
                  <a:pt x="786454" y="222678"/>
                </a:lnTo>
                <a:close/>
              </a:path>
              <a:path w="953134" h="222884">
                <a:moveTo>
                  <a:pt x="826096" y="10121"/>
                </a:moveTo>
                <a:lnTo>
                  <a:pt x="780887" y="10121"/>
                </a:lnTo>
                <a:lnTo>
                  <a:pt x="780887" y="0"/>
                </a:lnTo>
                <a:lnTo>
                  <a:pt x="824118" y="8785"/>
                </a:lnTo>
                <a:lnTo>
                  <a:pt x="826096" y="10121"/>
                </a:lnTo>
                <a:close/>
              </a:path>
              <a:path w="953134" h="222884">
                <a:moveTo>
                  <a:pt x="881609" y="117994"/>
                </a:moveTo>
                <a:lnTo>
                  <a:pt x="871643" y="109664"/>
                </a:lnTo>
                <a:lnTo>
                  <a:pt x="864795" y="75968"/>
                </a:lnTo>
                <a:lnTo>
                  <a:pt x="845223" y="47002"/>
                </a:lnTo>
                <a:lnTo>
                  <a:pt x="816258" y="27431"/>
                </a:lnTo>
                <a:lnTo>
                  <a:pt x="780887" y="20243"/>
                </a:lnTo>
                <a:lnTo>
                  <a:pt x="841076" y="20243"/>
                </a:lnTo>
                <a:lnTo>
                  <a:pt x="859520" y="32705"/>
                </a:lnTo>
                <a:lnTo>
                  <a:pt x="883440" y="68108"/>
                </a:lnTo>
                <a:lnTo>
                  <a:pt x="891845" y="109464"/>
                </a:lnTo>
                <a:lnTo>
                  <a:pt x="881609" y="117994"/>
                </a:lnTo>
                <a:close/>
              </a:path>
              <a:path w="953134" h="222884">
                <a:moveTo>
                  <a:pt x="882104" y="144741"/>
                </a:moveTo>
                <a:lnTo>
                  <a:pt x="814795" y="88566"/>
                </a:lnTo>
                <a:lnTo>
                  <a:pt x="809735" y="78443"/>
                </a:lnTo>
                <a:lnTo>
                  <a:pt x="823399" y="69334"/>
                </a:lnTo>
                <a:lnTo>
                  <a:pt x="871643" y="109664"/>
                </a:lnTo>
                <a:lnTo>
                  <a:pt x="871983" y="111338"/>
                </a:lnTo>
                <a:lnTo>
                  <a:pt x="871983" y="116906"/>
                </a:lnTo>
                <a:lnTo>
                  <a:pt x="880090" y="119260"/>
                </a:lnTo>
                <a:lnTo>
                  <a:pt x="875020" y="123485"/>
                </a:lnTo>
                <a:lnTo>
                  <a:pt x="881598" y="131075"/>
                </a:lnTo>
                <a:lnTo>
                  <a:pt x="898478" y="131075"/>
                </a:lnTo>
                <a:lnTo>
                  <a:pt x="882104" y="144741"/>
                </a:lnTo>
                <a:close/>
              </a:path>
              <a:path w="953134" h="222884">
                <a:moveTo>
                  <a:pt x="909998" y="121461"/>
                </a:moveTo>
                <a:lnTo>
                  <a:pt x="887670" y="121461"/>
                </a:lnTo>
                <a:lnTo>
                  <a:pt x="892226" y="111338"/>
                </a:lnTo>
                <a:lnTo>
                  <a:pt x="891885" y="109664"/>
                </a:lnTo>
                <a:lnTo>
                  <a:pt x="891845" y="109464"/>
                </a:lnTo>
                <a:lnTo>
                  <a:pt x="935749" y="72876"/>
                </a:lnTo>
                <a:lnTo>
                  <a:pt x="946377" y="69840"/>
                </a:lnTo>
                <a:lnTo>
                  <a:pt x="952955" y="84516"/>
                </a:lnTo>
                <a:lnTo>
                  <a:pt x="949414" y="88566"/>
                </a:lnTo>
                <a:lnTo>
                  <a:pt x="909998" y="121461"/>
                </a:lnTo>
                <a:close/>
              </a:path>
              <a:path w="953134" h="222884">
                <a:moveTo>
                  <a:pt x="887670" y="121461"/>
                </a:moveTo>
                <a:lnTo>
                  <a:pt x="884737" y="120609"/>
                </a:lnTo>
                <a:lnTo>
                  <a:pt x="881609" y="117994"/>
                </a:lnTo>
                <a:lnTo>
                  <a:pt x="891845" y="109464"/>
                </a:lnTo>
                <a:lnTo>
                  <a:pt x="892226" y="111338"/>
                </a:lnTo>
                <a:lnTo>
                  <a:pt x="887670" y="121461"/>
                </a:lnTo>
                <a:close/>
              </a:path>
              <a:path w="953134" h="222884">
                <a:moveTo>
                  <a:pt x="880090" y="119260"/>
                </a:moveTo>
                <a:lnTo>
                  <a:pt x="871983" y="116906"/>
                </a:lnTo>
                <a:lnTo>
                  <a:pt x="871983" y="111338"/>
                </a:lnTo>
                <a:lnTo>
                  <a:pt x="871643" y="109664"/>
                </a:lnTo>
                <a:lnTo>
                  <a:pt x="881609" y="117994"/>
                </a:lnTo>
                <a:lnTo>
                  <a:pt x="880090" y="119260"/>
                </a:lnTo>
                <a:close/>
              </a:path>
              <a:path w="953134" h="222884">
                <a:moveTo>
                  <a:pt x="884737" y="120609"/>
                </a:moveTo>
                <a:lnTo>
                  <a:pt x="880090" y="119260"/>
                </a:lnTo>
                <a:lnTo>
                  <a:pt x="881609" y="117994"/>
                </a:lnTo>
                <a:lnTo>
                  <a:pt x="884737" y="120609"/>
                </a:lnTo>
                <a:close/>
              </a:path>
              <a:path w="953134" h="222884">
                <a:moveTo>
                  <a:pt x="881598" y="131075"/>
                </a:moveTo>
                <a:lnTo>
                  <a:pt x="875020" y="123485"/>
                </a:lnTo>
                <a:lnTo>
                  <a:pt x="880090" y="119260"/>
                </a:lnTo>
                <a:lnTo>
                  <a:pt x="884737" y="120609"/>
                </a:lnTo>
                <a:lnTo>
                  <a:pt x="888178" y="123485"/>
                </a:lnTo>
                <a:lnTo>
                  <a:pt x="881598" y="131075"/>
                </a:lnTo>
                <a:close/>
              </a:path>
              <a:path w="953134" h="222884">
                <a:moveTo>
                  <a:pt x="898478" y="131075"/>
                </a:moveTo>
                <a:lnTo>
                  <a:pt x="881598" y="131075"/>
                </a:lnTo>
                <a:lnTo>
                  <a:pt x="888178" y="123485"/>
                </a:lnTo>
                <a:lnTo>
                  <a:pt x="884737" y="120609"/>
                </a:lnTo>
                <a:lnTo>
                  <a:pt x="887670" y="121461"/>
                </a:lnTo>
                <a:lnTo>
                  <a:pt x="909998" y="121461"/>
                </a:lnTo>
                <a:lnTo>
                  <a:pt x="898478" y="131075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9806454"/>
            <a:ext cx="6083935" cy="436245"/>
          </a:xfrm>
          <a:custGeom>
            <a:avLst/>
            <a:gdLst/>
            <a:ahLst/>
            <a:cxnLst/>
            <a:rect l="l" t="t" r="r" b="b"/>
            <a:pathLst>
              <a:path w="6083934" h="436245">
                <a:moveTo>
                  <a:pt x="6083482" y="435737"/>
                </a:moveTo>
                <a:lnTo>
                  <a:pt x="0" y="435737"/>
                </a:lnTo>
                <a:lnTo>
                  <a:pt x="0" y="0"/>
                </a:lnTo>
                <a:lnTo>
                  <a:pt x="6083482" y="0"/>
                </a:lnTo>
                <a:lnTo>
                  <a:pt x="6083482" y="435737"/>
                </a:lnTo>
                <a:close/>
              </a:path>
            </a:pathLst>
          </a:custGeom>
          <a:solidFill>
            <a:srgbClr val="545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83482" y="9806454"/>
            <a:ext cx="6121400" cy="436245"/>
          </a:xfrm>
          <a:custGeom>
            <a:avLst/>
            <a:gdLst/>
            <a:ahLst/>
            <a:cxnLst/>
            <a:rect l="l" t="t" r="r" b="b"/>
            <a:pathLst>
              <a:path w="6121400" h="436245">
                <a:moveTo>
                  <a:pt x="6121084" y="435737"/>
                </a:moveTo>
                <a:lnTo>
                  <a:pt x="0" y="435737"/>
                </a:lnTo>
                <a:lnTo>
                  <a:pt x="0" y="0"/>
                </a:lnTo>
                <a:lnTo>
                  <a:pt x="6121084" y="0"/>
                </a:lnTo>
                <a:lnTo>
                  <a:pt x="6121084" y="435737"/>
                </a:lnTo>
                <a:close/>
              </a:path>
            </a:pathLst>
          </a:custGeom>
          <a:solidFill>
            <a:srgbClr val="61C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204567" y="9806454"/>
            <a:ext cx="6083935" cy="436245"/>
          </a:xfrm>
          <a:custGeom>
            <a:avLst/>
            <a:gdLst/>
            <a:ahLst/>
            <a:cxnLst/>
            <a:rect l="l" t="t" r="r" b="b"/>
            <a:pathLst>
              <a:path w="6083934" h="436245">
                <a:moveTo>
                  <a:pt x="6083431" y="435737"/>
                </a:moveTo>
                <a:lnTo>
                  <a:pt x="0" y="435737"/>
                </a:lnTo>
                <a:lnTo>
                  <a:pt x="0" y="0"/>
                </a:lnTo>
                <a:lnTo>
                  <a:pt x="6083431" y="0"/>
                </a:lnTo>
                <a:lnTo>
                  <a:pt x="6083431" y="435737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260" y="204501"/>
            <a:ext cx="6269355" cy="1072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rgbClr val="20296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8699" y="1724438"/>
            <a:ext cx="8928735" cy="3270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16000" y="9884652"/>
            <a:ext cx="383159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786508" y="9866859"/>
            <a:ext cx="396602" cy="401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3333B3"/>
                </a:solidFill>
                <a:latin typeface="Times New Roman"/>
                <a:cs typeface="Times New Roman"/>
              </a:defRPr>
            </a:lvl1pPr>
          </a:lstStyle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200" y="1000126"/>
            <a:ext cx="2914649" cy="11715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34200" y="6655927"/>
            <a:ext cx="3920108" cy="23278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399"/>
              </a:lnSpc>
              <a:spcBef>
                <a:spcPts val="100"/>
              </a:spcBef>
            </a:pPr>
            <a:r>
              <a:rPr lang="fr-FR" sz="2600" b="1" dirty="0">
                <a:solidFill>
                  <a:srgbClr val="09090A"/>
                </a:solidFill>
                <a:latin typeface="Times New Roman"/>
                <a:cs typeface="Times New Roman"/>
              </a:rPr>
              <a:t>Avi SKOURY</a:t>
            </a:r>
          </a:p>
          <a:p>
            <a:pPr marL="12700" marR="5080" algn="ctr">
              <a:lnSpc>
                <a:spcPct val="115399"/>
              </a:lnSpc>
              <a:spcBef>
                <a:spcPts val="100"/>
              </a:spcBef>
            </a:pPr>
            <a:r>
              <a:rPr lang="fr-FR" sz="2600" b="1" dirty="0">
                <a:solidFill>
                  <a:srgbClr val="09090A"/>
                </a:solidFill>
                <a:latin typeface="Times New Roman"/>
                <a:cs typeface="Times New Roman"/>
              </a:rPr>
              <a:t>Dana COHEN</a:t>
            </a:r>
          </a:p>
          <a:p>
            <a:pPr marL="12700" marR="5080" algn="ctr">
              <a:lnSpc>
                <a:spcPct val="115399"/>
              </a:lnSpc>
              <a:spcBef>
                <a:spcPts val="100"/>
              </a:spcBef>
            </a:pPr>
            <a:r>
              <a:rPr lang="fr-FR" sz="2600" b="1" dirty="0">
                <a:solidFill>
                  <a:srgbClr val="09090A"/>
                </a:solidFill>
                <a:latin typeface="Times New Roman"/>
                <a:cs typeface="Times New Roman"/>
              </a:rPr>
              <a:t>Rima BAGHDADI</a:t>
            </a:r>
          </a:p>
          <a:p>
            <a:pPr marL="12700" marR="5080" algn="ctr">
              <a:lnSpc>
                <a:spcPct val="115399"/>
              </a:lnSpc>
              <a:spcBef>
                <a:spcPts val="100"/>
              </a:spcBef>
            </a:pPr>
            <a:r>
              <a:rPr lang="fr-FR" sz="2600" b="1" dirty="0">
                <a:solidFill>
                  <a:srgbClr val="09090A"/>
                </a:solidFill>
                <a:latin typeface="Times New Roman"/>
                <a:cs typeface="Times New Roman"/>
              </a:rPr>
              <a:t>Nada BEN ALAYA</a:t>
            </a:r>
          </a:p>
          <a:p>
            <a:pPr marL="12700" marR="5080" algn="ctr">
              <a:lnSpc>
                <a:spcPct val="115399"/>
              </a:lnSpc>
              <a:spcBef>
                <a:spcPts val="100"/>
              </a:spcBef>
            </a:pPr>
            <a:r>
              <a:rPr lang="fr-FR" sz="2600" b="1" dirty="0">
                <a:solidFill>
                  <a:srgbClr val="09090A"/>
                </a:solidFill>
                <a:latin typeface="Times New Roman"/>
                <a:cs typeface="Times New Roman"/>
              </a:rPr>
              <a:t>Wiem SMIDA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16000" y="9884652"/>
            <a:ext cx="383159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  <a:r>
              <a:rPr lang="fr-FR" spc="-10" dirty="0"/>
              <a:t>, </a:t>
            </a:r>
            <a:r>
              <a:rPr lang="fr-FR" dirty="0"/>
              <a:t>Nicolas</a:t>
            </a:r>
            <a:r>
              <a:rPr lang="fr-FR" spc="35" dirty="0"/>
              <a:t> </a:t>
            </a:r>
            <a:r>
              <a:rPr lang="fr-FR" dirty="0"/>
              <a:t>BASKIOTIS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9536" rIns="0" bIns="0" rtlCol="0">
            <a:spAutoFit/>
          </a:bodyPr>
          <a:lstStyle/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56442" y="3390900"/>
            <a:ext cx="1074707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600" spc="90" dirty="0">
                <a:solidFill>
                  <a:schemeClr val="accent1"/>
                </a:solidFill>
              </a:rPr>
              <a:t>PROJET</a:t>
            </a:r>
            <a:r>
              <a:rPr sz="6600" spc="5" dirty="0">
                <a:solidFill>
                  <a:schemeClr val="accent1"/>
                </a:solidFill>
              </a:rPr>
              <a:t> </a:t>
            </a:r>
            <a:r>
              <a:rPr sz="6600" spc="50" dirty="0">
                <a:solidFill>
                  <a:schemeClr val="accent1"/>
                </a:solidFill>
              </a:rPr>
              <a:t>ROBOTIQUE</a:t>
            </a:r>
            <a:br>
              <a:rPr lang="fr-FR" sz="6600" spc="50" dirty="0">
                <a:solidFill>
                  <a:schemeClr val="accent1"/>
                </a:solidFill>
              </a:rPr>
            </a:br>
            <a:r>
              <a:rPr lang="fr-FR" sz="6600" spc="50" dirty="0">
                <a:solidFill>
                  <a:schemeClr val="accent1"/>
                </a:solidFill>
              </a:rPr>
              <a:t>2024-2025</a:t>
            </a:r>
            <a:endParaRPr sz="6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66938" y="545664"/>
            <a:ext cx="2847974" cy="1142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3289" y="3312002"/>
            <a:ext cx="5308305" cy="44689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6000" y="3495249"/>
            <a:ext cx="4064635" cy="336694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50" b="1" spc="-110" dirty="0">
                <a:solidFill>
                  <a:srgbClr val="3333B3"/>
                </a:solidFill>
                <a:latin typeface="Times New Roman"/>
                <a:cs typeface="Times New Roman"/>
              </a:rPr>
              <a:t>Introduction</a:t>
            </a:r>
            <a:r>
              <a:rPr sz="3150" b="1" spc="-60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3150" b="1" spc="-65" dirty="0">
                <a:solidFill>
                  <a:srgbClr val="3333B3"/>
                </a:solidFill>
                <a:latin typeface="Times New Roman"/>
                <a:cs typeface="Times New Roman"/>
              </a:rPr>
              <a:t>au </a:t>
            </a:r>
            <a:r>
              <a:rPr sz="315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endParaRPr sz="3150" dirty="0">
              <a:latin typeface="Times New Roman"/>
              <a:cs typeface="Times New Roman"/>
            </a:endParaRPr>
          </a:p>
          <a:p>
            <a:pPr marL="12700" marR="5080">
              <a:lnSpc>
                <a:spcPts val="11360"/>
              </a:lnSpc>
              <a:spcBef>
                <a:spcPts val="630"/>
              </a:spcBef>
            </a:pPr>
            <a:r>
              <a:rPr sz="3150" b="1" spc="-95" dirty="0">
                <a:solidFill>
                  <a:srgbClr val="D4F0FF"/>
                </a:solidFill>
                <a:latin typeface="Times New Roman"/>
                <a:cs typeface="Times New Roman"/>
              </a:rPr>
              <a:t>Implémentation</a:t>
            </a:r>
            <a:r>
              <a:rPr sz="3150" b="1" spc="-100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3150" b="1" spc="-85" dirty="0">
                <a:solidFill>
                  <a:srgbClr val="D4F0FF"/>
                </a:solidFill>
                <a:latin typeface="Times New Roman"/>
                <a:cs typeface="Times New Roman"/>
              </a:rPr>
              <a:t>de</a:t>
            </a:r>
            <a:r>
              <a:rPr sz="3150" b="1" spc="-95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D4F0FF"/>
                </a:solidFill>
                <a:latin typeface="Times New Roman"/>
                <a:cs typeface="Times New Roman"/>
              </a:rPr>
              <a:t>la</a:t>
            </a:r>
            <a:r>
              <a:rPr sz="3150" b="1" spc="-95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3150" b="1" spc="35" dirty="0">
                <a:solidFill>
                  <a:srgbClr val="D4F0FF"/>
                </a:solidFill>
                <a:latin typeface="Times New Roman"/>
                <a:cs typeface="Times New Roman"/>
              </a:rPr>
              <a:t>2D </a:t>
            </a:r>
            <a:endParaRPr sz="3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95"/>
              </a:spcBef>
            </a:pPr>
            <a:endParaRPr sz="3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150" b="1" spc="-10" dirty="0">
                <a:solidFill>
                  <a:srgbClr val="D4F0FF"/>
                </a:solidFill>
                <a:latin typeface="Times New Roman"/>
                <a:cs typeface="Times New Roman"/>
              </a:rPr>
              <a:t>Conclusion</a:t>
            </a:r>
            <a:endParaRPr sz="31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4584" y="2133844"/>
            <a:ext cx="1109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Plan</a:t>
            </a:r>
            <a:endParaRPr sz="4400"/>
          </a:p>
        </p:txBody>
      </p:sp>
      <p:pic>
        <p:nvPicPr>
          <p:cNvPr id="7" name="object 7"/>
          <p:cNvPicPr/>
          <p:nvPr/>
        </p:nvPicPr>
        <p:blipFill rotWithShape="1">
          <a:blip r:embed="rId4" cstate="print"/>
          <a:srcRect r="16671" b="32113"/>
          <a:stretch/>
        </p:blipFill>
        <p:spPr>
          <a:xfrm>
            <a:off x="0" y="1163788"/>
            <a:ext cx="11770895" cy="625702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9536" rIns="0" bIns="0" rtlCol="0">
            <a:spAutoFit/>
          </a:bodyPr>
          <a:lstStyle/>
          <a:p>
            <a:pPr marL="78740">
              <a:lnSpc>
                <a:spcPts val="202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3800" y="2399985"/>
            <a:ext cx="5729510" cy="548702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63718" y="1286801"/>
            <a:ext cx="8853805" cy="3113405"/>
            <a:chOff x="1363718" y="1286801"/>
            <a:chExt cx="8853805" cy="3113405"/>
          </a:xfrm>
        </p:grpSpPr>
        <p:sp>
          <p:nvSpPr>
            <p:cNvPr id="4" name="object 4"/>
            <p:cNvSpPr/>
            <p:nvPr/>
          </p:nvSpPr>
          <p:spPr>
            <a:xfrm>
              <a:off x="1363718" y="1286801"/>
              <a:ext cx="8853805" cy="3113405"/>
            </a:xfrm>
            <a:custGeom>
              <a:avLst/>
              <a:gdLst/>
              <a:ahLst/>
              <a:cxnLst/>
              <a:rect l="l" t="t" r="r" b="b"/>
              <a:pathLst>
                <a:path w="8853805" h="3113404">
                  <a:moveTo>
                    <a:pt x="8853328" y="3113258"/>
                  </a:moveTo>
                  <a:lnTo>
                    <a:pt x="0" y="3113258"/>
                  </a:lnTo>
                  <a:lnTo>
                    <a:pt x="0" y="0"/>
                  </a:lnTo>
                  <a:lnTo>
                    <a:pt x="8853328" y="0"/>
                  </a:lnTo>
                  <a:lnTo>
                    <a:pt x="8853328" y="3113258"/>
                  </a:lnTo>
                  <a:close/>
                </a:path>
              </a:pathLst>
            </a:custGeom>
            <a:solidFill>
              <a:srgbClr val="ED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162" y="1995705"/>
              <a:ext cx="85725" cy="85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162" y="2529105"/>
              <a:ext cx="85725" cy="85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162" y="3595905"/>
              <a:ext cx="85725" cy="85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3718" y="1286801"/>
            <a:ext cx="8853805" cy="3659848"/>
          </a:xfrm>
          <a:prstGeom prst="rect">
            <a:avLst/>
          </a:prstGeom>
        </p:spPr>
        <p:txBody>
          <a:bodyPr vert="horz" wrap="square" lIns="0" tIns="375285" rIns="0" bIns="0" rtlCol="0">
            <a:spAutoFit/>
          </a:bodyPr>
          <a:lstStyle/>
          <a:p>
            <a:pPr marL="774065" marR="336550">
              <a:lnSpc>
                <a:spcPct val="116700"/>
              </a:lnSpc>
              <a:spcBef>
                <a:spcPts val="2955"/>
              </a:spcBef>
            </a:pPr>
            <a:r>
              <a:rPr sz="3000" spc="105" dirty="0">
                <a:latin typeface="Times New Roman"/>
                <a:cs typeface="Times New Roman"/>
              </a:rPr>
              <a:t>Création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d'une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simulation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pour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un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robot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40" dirty="0">
                <a:latin typeface="Times New Roman"/>
                <a:cs typeface="Times New Roman"/>
              </a:rPr>
              <a:t>virtuel </a:t>
            </a:r>
            <a:r>
              <a:rPr sz="3000" spc="85" dirty="0">
                <a:latin typeface="Times New Roman"/>
                <a:cs typeface="Times New Roman"/>
              </a:rPr>
              <a:t>Utilisation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du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modèle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de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conception</a:t>
            </a:r>
            <a:endParaRPr sz="3000" dirty="0">
              <a:latin typeface="Times New Roman"/>
              <a:cs typeface="Times New Roman"/>
            </a:endParaRPr>
          </a:p>
          <a:p>
            <a:pPr marL="774065" marR="2939415" indent="19050">
              <a:lnSpc>
                <a:spcPts val="4200"/>
              </a:lnSpc>
              <a:spcBef>
                <a:spcPts val="240"/>
              </a:spcBef>
            </a:pPr>
            <a:r>
              <a:rPr sz="3000" spc="85" dirty="0">
                <a:latin typeface="Times New Roman"/>
                <a:cs typeface="Times New Roman"/>
              </a:rPr>
              <a:t>Model-</a:t>
            </a:r>
            <a:r>
              <a:rPr sz="3000" spc="-30" dirty="0">
                <a:latin typeface="Times New Roman"/>
                <a:cs typeface="Times New Roman"/>
              </a:rPr>
              <a:t>View-</a:t>
            </a:r>
            <a:r>
              <a:rPr sz="3000" spc="95" dirty="0">
                <a:latin typeface="Times New Roman"/>
                <a:cs typeface="Times New Roman"/>
              </a:rPr>
              <a:t>Controller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(MVC) </a:t>
            </a:r>
            <a:r>
              <a:rPr sz="3000" spc="80" dirty="0">
                <a:latin typeface="Times New Roman"/>
                <a:cs typeface="Times New Roman"/>
              </a:rPr>
              <a:t>Développement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60" dirty="0" err="1">
                <a:latin typeface="Times New Roman"/>
                <a:cs typeface="Times New Roman"/>
              </a:rPr>
              <a:t>en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Python</a:t>
            </a:r>
            <a:r>
              <a:rPr lang="fr-FR" sz="3000" spc="110" dirty="0">
                <a:latin typeface="Times New Roman"/>
                <a:cs typeface="Times New Roman"/>
              </a:rPr>
              <a:t> orientée Objet</a:t>
            </a:r>
            <a:endParaRPr sz="3000" dirty="0">
              <a:latin typeface="Times New Roman"/>
              <a:cs typeface="Times New Roman"/>
            </a:endParaRPr>
          </a:p>
          <a:p>
            <a:pPr marL="1319530">
              <a:lnSpc>
                <a:spcPct val="100000"/>
              </a:lnSpc>
              <a:spcBef>
                <a:spcPts val="1939"/>
              </a:spcBef>
            </a:pPr>
            <a:r>
              <a:rPr sz="2050" b="1" spc="-50" dirty="0">
                <a:solidFill>
                  <a:srgbClr val="FAFAFD"/>
                </a:solidFill>
                <a:latin typeface="Times New Roman"/>
                <a:cs typeface="Times New Roman"/>
              </a:rPr>
              <a:t>2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9944" rIns="0" bIns="0" rtlCol="0">
            <a:spAutoFit/>
          </a:bodyPr>
          <a:lstStyle/>
          <a:p>
            <a:pPr marL="50482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00045C"/>
                </a:solidFill>
              </a:rPr>
              <a:t>Objectifs</a:t>
            </a:r>
            <a:r>
              <a:rPr spc="-229" dirty="0">
                <a:solidFill>
                  <a:srgbClr val="00045C"/>
                </a:solidFill>
              </a:rPr>
              <a:t> </a:t>
            </a:r>
            <a:r>
              <a:rPr spc="-285" dirty="0">
                <a:solidFill>
                  <a:srgbClr val="00045C"/>
                </a:solidFill>
              </a:rPr>
              <a:t>du</a:t>
            </a:r>
            <a:r>
              <a:rPr spc="-5" dirty="0">
                <a:solidFill>
                  <a:srgbClr val="00045C"/>
                </a:solidFill>
              </a:rPr>
              <a:t> </a:t>
            </a:r>
            <a:r>
              <a:rPr spc="-110" dirty="0">
                <a:solidFill>
                  <a:srgbClr val="00045C"/>
                </a:solidFill>
              </a:rPr>
              <a:t>projet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3244" y="4916346"/>
            <a:ext cx="526415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b="1" spc="-50" dirty="0">
                <a:solidFill>
                  <a:srgbClr val="00045C"/>
                </a:solidFill>
                <a:latin typeface="Times New Roman"/>
                <a:cs typeface="Times New Roman"/>
              </a:rPr>
              <a:t>Présentation</a:t>
            </a:r>
            <a:r>
              <a:rPr sz="4600" b="1" spc="-210" dirty="0">
                <a:solidFill>
                  <a:srgbClr val="00045C"/>
                </a:solidFill>
                <a:latin typeface="Times New Roman"/>
                <a:cs typeface="Times New Roman"/>
              </a:rPr>
              <a:t> </a:t>
            </a:r>
            <a:r>
              <a:rPr sz="4600" b="1" spc="-285" dirty="0">
                <a:solidFill>
                  <a:srgbClr val="00045C"/>
                </a:solidFill>
                <a:latin typeface="Times New Roman"/>
                <a:cs typeface="Times New Roman"/>
              </a:rPr>
              <a:t>du</a:t>
            </a:r>
            <a:r>
              <a:rPr sz="4600" b="1" spc="-5" dirty="0">
                <a:solidFill>
                  <a:srgbClr val="00045C"/>
                </a:solidFill>
                <a:latin typeface="Times New Roman"/>
                <a:cs typeface="Times New Roman"/>
              </a:rPr>
              <a:t> </a:t>
            </a:r>
            <a:r>
              <a:rPr sz="4600" b="1" spc="-60" dirty="0">
                <a:solidFill>
                  <a:srgbClr val="00045C"/>
                </a:solidFill>
                <a:latin typeface="Times New Roman"/>
                <a:cs typeface="Times New Roman"/>
              </a:rPr>
              <a:t>robot</a:t>
            </a:r>
            <a:endParaRPr sz="4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63718" y="5778644"/>
            <a:ext cx="8851900" cy="2865120"/>
            <a:chOff x="1363718" y="5778644"/>
            <a:chExt cx="8851900" cy="2865120"/>
          </a:xfrm>
        </p:grpSpPr>
        <p:sp>
          <p:nvSpPr>
            <p:cNvPr id="12" name="object 12"/>
            <p:cNvSpPr/>
            <p:nvPr/>
          </p:nvSpPr>
          <p:spPr>
            <a:xfrm>
              <a:off x="1363718" y="5778644"/>
              <a:ext cx="8851900" cy="2865120"/>
            </a:xfrm>
            <a:custGeom>
              <a:avLst/>
              <a:gdLst/>
              <a:ahLst/>
              <a:cxnLst/>
              <a:rect l="l" t="t" r="r" b="b"/>
              <a:pathLst>
                <a:path w="8851900" h="2865120">
                  <a:moveTo>
                    <a:pt x="8851723" y="2864780"/>
                  </a:moveTo>
                  <a:lnTo>
                    <a:pt x="0" y="2864780"/>
                  </a:lnTo>
                  <a:lnTo>
                    <a:pt x="0" y="0"/>
                  </a:lnTo>
                  <a:lnTo>
                    <a:pt x="8851723" y="0"/>
                  </a:lnTo>
                  <a:lnTo>
                    <a:pt x="8851723" y="2864780"/>
                  </a:lnTo>
                  <a:close/>
                </a:path>
              </a:pathLst>
            </a:custGeom>
            <a:solidFill>
              <a:srgbClr val="ED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162" y="6394439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162" y="6927839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162" y="7461239"/>
              <a:ext cx="85725" cy="857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63718" y="5778644"/>
            <a:ext cx="8851900" cy="2865120"/>
          </a:xfrm>
          <a:prstGeom prst="rect">
            <a:avLst/>
          </a:prstGeom>
        </p:spPr>
        <p:txBody>
          <a:bodyPr vert="horz" wrap="square" lIns="0" tIns="281940" rIns="0" bIns="0" rtlCol="0">
            <a:spAutoFit/>
          </a:bodyPr>
          <a:lstStyle/>
          <a:p>
            <a:pPr marL="774065" marR="1198880">
              <a:lnSpc>
                <a:spcPct val="116700"/>
              </a:lnSpc>
              <a:spcBef>
                <a:spcPts val="2220"/>
              </a:spcBef>
            </a:pPr>
            <a:r>
              <a:rPr sz="3000" spc="90" dirty="0">
                <a:latin typeface="Times New Roman"/>
                <a:cs typeface="Times New Roman"/>
              </a:rPr>
              <a:t>Équipement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et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contrôle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roues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motrices </a:t>
            </a:r>
            <a:r>
              <a:rPr sz="3000" spc="125" dirty="0">
                <a:latin typeface="Times New Roman"/>
                <a:cs typeface="Times New Roman"/>
              </a:rPr>
              <a:t>Capteur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de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distance</a:t>
            </a:r>
            <a:endParaRPr sz="30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  <a:spcBef>
                <a:spcPts val="600"/>
              </a:spcBef>
            </a:pPr>
            <a:r>
              <a:rPr sz="3000" spc="114" dirty="0">
                <a:latin typeface="Times New Roman"/>
                <a:cs typeface="Times New Roman"/>
              </a:rPr>
              <a:t>Caméra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pour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reconnaissance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et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suivi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20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4582" y="3080560"/>
            <a:ext cx="6791324" cy="45434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1901" y="2887686"/>
            <a:ext cx="1845492" cy="16242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00045C"/>
                </a:solidFill>
              </a:rPr>
              <a:t>Organisation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516" y="2035580"/>
            <a:ext cx="104775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9214" y="1718176"/>
            <a:ext cx="6210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95" dirty="0">
                <a:latin typeface="Times New Roman"/>
                <a:cs typeface="Times New Roman"/>
              </a:rPr>
              <a:t>GitHub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175" dirty="0">
                <a:latin typeface="Times New Roman"/>
                <a:cs typeface="Times New Roman"/>
              </a:rPr>
              <a:t>pour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75" dirty="0">
                <a:latin typeface="Times New Roman"/>
                <a:cs typeface="Times New Roman"/>
              </a:rPr>
              <a:t>la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60" dirty="0">
                <a:latin typeface="Times New Roman"/>
                <a:cs typeface="Times New Roman"/>
              </a:rPr>
              <a:t>gestion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175" dirty="0">
                <a:latin typeface="Times New Roman"/>
                <a:cs typeface="Times New Roman"/>
              </a:rPr>
              <a:t>du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50" dirty="0">
                <a:latin typeface="Times New Roman"/>
                <a:cs typeface="Times New Roman"/>
              </a:rPr>
              <a:t>code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09807" y="2035580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70504" y="1718176"/>
            <a:ext cx="6286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70" dirty="0">
                <a:latin typeface="Times New Roman"/>
                <a:cs typeface="Times New Roman"/>
              </a:rPr>
              <a:t>Trello</a:t>
            </a:r>
            <a:r>
              <a:rPr sz="3600" spc="30" dirty="0">
                <a:latin typeface="Times New Roman"/>
                <a:cs typeface="Times New Roman"/>
              </a:rPr>
              <a:t> </a:t>
            </a:r>
            <a:r>
              <a:rPr sz="3600" spc="175" dirty="0">
                <a:latin typeface="Times New Roman"/>
                <a:cs typeface="Times New Roman"/>
              </a:rPr>
              <a:t>pour</a:t>
            </a:r>
            <a:r>
              <a:rPr sz="3600" spc="30" dirty="0">
                <a:latin typeface="Times New Roman"/>
                <a:cs typeface="Times New Roman"/>
              </a:rPr>
              <a:t> </a:t>
            </a:r>
            <a:r>
              <a:rPr sz="3600" spc="75" dirty="0">
                <a:latin typeface="Times New Roman"/>
                <a:cs typeface="Times New Roman"/>
              </a:rPr>
              <a:t>la</a:t>
            </a:r>
            <a:r>
              <a:rPr sz="3600" spc="30" dirty="0">
                <a:latin typeface="Times New Roman"/>
                <a:cs typeface="Times New Roman"/>
              </a:rPr>
              <a:t> </a:t>
            </a:r>
            <a:r>
              <a:rPr sz="3600" spc="60" dirty="0">
                <a:latin typeface="Times New Roman"/>
                <a:cs typeface="Times New Roman"/>
              </a:rPr>
              <a:t>gestion</a:t>
            </a:r>
            <a:r>
              <a:rPr sz="3600" spc="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des</a:t>
            </a:r>
            <a:r>
              <a:rPr sz="3600" spc="35" dirty="0">
                <a:latin typeface="Times New Roman"/>
                <a:cs typeface="Times New Roman"/>
              </a:rPr>
              <a:t> </a:t>
            </a:r>
            <a:r>
              <a:rPr sz="3600" spc="65" dirty="0">
                <a:latin typeface="Times New Roman"/>
                <a:cs typeface="Times New Roman"/>
              </a:rPr>
              <a:t>tâches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801" y="5223598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35387" y="5000437"/>
            <a:ext cx="89052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fr-FR" sz="3600" spc="110" dirty="0">
                <a:latin typeface="Times New Roman"/>
                <a:cs typeface="Times New Roman"/>
              </a:rPr>
              <a:t>WhatsApp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175" dirty="0">
                <a:latin typeface="Times New Roman"/>
                <a:cs typeface="Times New Roman"/>
              </a:rPr>
              <a:t>pour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lang="fr-FR" sz="3600" spc="75" dirty="0">
                <a:latin typeface="Times New Roman"/>
                <a:cs typeface="Times New Roman"/>
              </a:rPr>
              <a:t>une communication instantanée 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6127" y="1028699"/>
            <a:ext cx="15041880" cy="7757159"/>
            <a:chOff x="286127" y="1028699"/>
            <a:chExt cx="15041880" cy="7757159"/>
          </a:xfrm>
        </p:grpSpPr>
        <p:sp>
          <p:nvSpPr>
            <p:cNvPr id="13" name="object 13"/>
            <p:cNvSpPr/>
            <p:nvPr/>
          </p:nvSpPr>
          <p:spPr>
            <a:xfrm>
              <a:off x="333752" y="1076324"/>
              <a:ext cx="14946630" cy="19050"/>
            </a:xfrm>
            <a:custGeom>
              <a:avLst/>
              <a:gdLst/>
              <a:ahLst/>
              <a:cxnLst/>
              <a:rect l="l" t="t" r="r" b="b"/>
              <a:pathLst>
                <a:path w="14946630" h="19050">
                  <a:moveTo>
                    <a:pt x="0" y="19049"/>
                  </a:moveTo>
                  <a:lnTo>
                    <a:pt x="14946137" y="0"/>
                  </a:lnTo>
                </a:path>
              </a:pathLst>
            </a:custGeom>
            <a:ln w="95249">
              <a:solidFill>
                <a:srgbClr val="D4F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296" y="1047729"/>
              <a:ext cx="0" cy="7738109"/>
            </a:xfrm>
            <a:custGeom>
              <a:avLst/>
              <a:gdLst/>
              <a:ahLst/>
              <a:cxnLst/>
              <a:rect l="l" t="t" r="r" b="b"/>
              <a:pathLst>
                <a:path h="7738109">
                  <a:moveTo>
                    <a:pt x="0" y="7737763"/>
                  </a:moveTo>
                  <a:lnTo>
                    <a:pt x="0" y="0"/>
                  </a:lnTo>
                </a:path>
              </a:pathLst>
            </a:custGeom>
            <a:ln w="95249">
              <a:solidFill>
                <a:srgbClr val="D4F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20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4DC239B-7F5F-E87E-3C9E-5A227C9C2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226" y="6422674"/>
            <a:ext cx="2255774" cy="2255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245" y="204501"/>
            <a:ext cx="506476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Présentation</a:t>
            </a:r>
            <a:r>
              <a:rPr spc="-210" dirty="0"/>
              <a:t> </a:t>
            </a:r>
            <a:r>
              <a:rPr spc="-285" dirty="0"/>
              <a:t>du</a:t>
            </a:r>
            <a:r>
              <a:rPr spc="-5" dirty="0"/>
              <a:t> </a:t>
            </a:r>
            <a:r>
              <a:rPr spc="-20" dirty="0"/>
              <a:t>code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20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37A9DBD-F055-B92C-2030-E60B7E67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608" y="2182682"/>
            <a:ext cx="8391140" cy="481777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E2C00F9-92F5-12D2-CD1F-046546669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305" y="1008657"/>
            <a:ext cx="4801355" cy="8269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9729" y="9425588"/>
            <a:ext cx="191806" cy="14119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952537" y="9419516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61055" y="9419516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0" y="151825"/>
                </a:moveTo>
                <a:lnTo>
                  <a:pt x="0" y="0"/>
                </a:lnTo>
                <a:lnTo>
                  <a:pt x="101218" y="75911"/>
                </a:lnTo>
                <a:lnTo>
                  <a:pt x="0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016833" y="9384088"/>
            <a:ext cx="810260" cy="222885"/>
            <a:chOff x="13016833" y="9384088"/>
            <a:chExt cx="810260" cy="222885"/>
          </a:xfrm>
        </p:grpSpPr>
        <p:sp>
          <p:nvSpPr>
            <p:cNvPr id="6" name="object 6"/>
            <p:cNvSpPr/>
            <p:nvPr/>
          </p:nvSpPr>
          <p:spPr>
            <a:xfrm>
              <a:off x="13258741" y="9384088"/>
              <a:ext cx="274955" cy="222885"/>
            </a:xfrm>
            <a:custGeom>
              <a:avLst/>
              <a:gdLst/>
              <a:ahLst/>
              <a:cxnLst/>
              <a:rect l="l" t="t" r="r" b="b"/>
              <a:pathLst>
                <a:path w="274955" h="222884">
                  <a:moveTo>
                    <a:pt x="102734" y="50608"/>
                  </a:moveTo>
                  <a:lnTo>
                    <a:pt x="82490" y="50608"/>
                  </a:lnTo>
                  <a:lnTo>
                    <a:pt x="82490" y="0"/>
                  </a:lnTo>
                  <a:lnTo>
                    <a:pt x="274802" y="0"/>
                  </a:lnTo>
                  <a:lnTo>
                    <a:pt x="274802" y="10121"/>
                  </a:lnTo>
                  <a:lnTo>
                    <a:pt x="92614" y="10121"/>
                  </a:lnTo>
                  <a:lnTo>
                    <a:pt x="92614" y="20243"/>
                  </a:lnTo>
                  <a:lnTo>
                    <a:pt x="102734" y="20243"/>
                  </a:lnTo>
                  <a:lnTo>
                    <a:pt x="102734" y="50608"/>
                  </a:lnTo>
                  <a:close/>
                </a:path>
                <a:path w="274955" h="222884">
                  <a:moveTo>
                    <a:pt x="102734" y="20243"/>
                  </a:moveTo>
                  <a:lnTo>
                    <a:pt x="92614" y="20243"/>
                  </a:lnTo>
                  <a:lnTo>
                    <a:pt x="92614" y="10121"/>
                  </a:lnTo>
                  <a:lnTo>
                    <a:pt x="102734" y="10121"/>
                  </a:lnTo>
                  <a:lnTo>
                    <a:pt x="102734" y="20243"/>
                  </a:lnTo>
                  <a:close/>
                </a:path>
                <a:path w="274955" h="222884">
                  <a:moveTo>
                    <a:pt x="254558" y="20243"/>
                  </a:moveTo>
                  <a:lnTo>
                    <a:pt x="102734" y="20243"/>
                  </a:lnTo>
                  <a:lnTo>
                    <a:pt x="102734" y="10121"/>
                  </a:lnTo>
                  <a:lnTo>
                    <a:pt x="254558" y="10121"/>
                  </a:lnTo>
                  <a:lnTo>
                    <a:pt x="254558" y="20243"/>
                  </a:lnTo>
                  <a:close/>
                </a:path>
                <a:path w="274955" h="222884">
                  <a:moveTo>
                    <a:pt x="264681" y="131582"/>
                  </a:moveTo>
                  <a:lnTo>
                    <a:pt x="254558" y="131582"/>
                  </a:lnTo>
                  <a:lnTo>
                    <a:pt x="254558" y="10121"/>
                  </a:lnTo>
                  <a:lnTo>
                    <a:pt x="264681" y="10121"/>
                  </a:lnTo>
                  <a:lnTo>
                    <a:pt x="264681" y="20243"/>
                  </a:lnTo>
                  <a:lnTo>
                    <a:pt x="274802" y="20243"/>
                  </a:lnTo>
                  <a:lnTo>
                    <a:pt x="274802" y="121461"/>
                  </a:lnTo>
                  <a:lnTo>
                    <a:pt x="264681" y="121461"/>
                  </a:lnTo>
                  <a:lnTo>
                    <a:pt x="264681" y="131582"/>
                  </a:lnTo>
                  <a:close/>
                </a:path>
                <a:path w="274955" h="222884">
                  <a:moveTo>
                    <a:pt x="274802" y="20243"/>
                  </a:moveTo>
                  <a:lnTo>
                    <a:pt x="264681" y="20243"/>
                  </a:lnTo>
                  <a:lnTo>
                    <a:pt x="264681" y="10121"/>
                  </a:lnTo>
                  <a:lnTo>
                    <a:pt x="274802" y="10121"/>
                  </a:lnTo>
                  <a:lnTo>
                    <a:pt x="274802" y="20243"/>
                  </a:lnTo>
                  <a:close/>
                </a:path>
                <a:path w="274955" h="222884">
                  <a:moveTo>
                    <a:pt x="62248" y="91096"/>
                  </a:moveTo>
                  <a:lnTo>
                    <a:pt x="42003" y="91096"/>
                  </a:lnTo>
                  <a:lnTo>
                    <a:pt x="42003" y="40487"/>
                  </a:lnTo>
                  <a:lnTo>
                    <a:pt x="82490" y="40487"/>
                  </a:lnTo>
                  <a:lnTo>
                    <a:pt x="82490" y="50608"/>
                  </a:lnTo>
                  <a:lnTo>
                    <a:pt x="52125" y="50608"/>
                  </a:lnTo>
                  <a:lnTo>
                    <a:pt x="52125" y="60730"/>
                  </a:lnTo>
                  <a:lnTo>
                    <a:pt x="62248" y="60730"/>
                  </a:lnTo>
                  <a:lnTo>
                    <a:pt x="62248" y="91096"/>
                  </a:lnTo>
                  <a:close/>
                </a:path>
                <a:path w="274955" h="222884">
                  <a:moveTo>
                    <a:pt x="234316" y="60730"/>
                  </a:moveTo>
                  <a:lnTo>
                    <a:pt x="224194" y="60730"/>
                  </a:lnTo>
                  <a:lnTo>
                    <a:pt x="224194" y="50608"/>
                  </a:lnTo>
                  <a:lnTo>
                    <a:pt x="102734" y="50608"/>
                  </a:lnTo>
                  <a:lnTo>
                    <a:pt x="102734" y="40487"/>
                  </a:lnTo>
                  <a:lnTo>
                    <a:pt x="234316" y="40487"/>
                  </a:lnTo>
                  <a:lnTo>
                    <a:pt x="234316" y="60730"/>
                  </a:lnTo>
                  <a:close/>
                </a:path>
                <a:path w="274955" h="222884">
                  <a:moveTo>
                    <a:pt x="62248" y="60730"/>
                  </a:moveTo>
                  <a:lnTo>
                    <a:pt x="52125" y="60730"/>
                  </a:lnTo>
                  <a:lnTo>
                    <a:pt x="52125" y="50608"/>
                  </a:lnTo>
                  <a:lnTo>
                    <a:pt x="62248" y="50608"/>
                  </a:lnTo>
                  <a:lnTo>
                    <a:pt x="62248" y="60730"/>
                  </a:lnTo>
                  <a:close/>
                </a:path>
                <a:path w="274955" h="222884">
                  <a:moveTo>
                    <a:pt x="214072" y="60730"/>
                  </a:moveTo>
                  <a:lnTo>
                    <a:pt x="62248" y="60730"/>
                  </a:lnTo>
                  <a:lnTo>
                    <a:pt x="62248" y="50608"/>
                  </a:lnTo>
                  <a:lnTo>
                    <a:pt x="214072" y="50608"/>
                  </a:lnTo>
                  <a:lnTo>
                    <a:pt x="214072" y="60730"/>
                  </a:lnTo>
                  <a:close/>
                </a:path>
                <a:path w="274955" h="222884">
                  <a:moveTo>
                    <a:pt x="224194" y="172069"/>
                  </a:moveTo>
                  <a:lnTo>
                    <a:pt x="214072" y="172069"/>
                  </a:lnTo>
                  <a:lnTo>
                    <a:pt x="214072" y="50608"/>
                  </a:lnTo>
                  <a:lnTo>
                    <a:pt x="224194" y="50608"/>
                  </a:lnTo>
                  <a:lnTo>
                    <a:pt x="224194" y="60730"/>
                  </a:lnTo>
                  <a:lnTo>
                    <a:pt x="234316" y="60730"/>
                  </a:lnTo>
                  <a:lnTo>
                    <a:pt x="234316" y="121461"/>
                  </a:lnTo>
                  <a:lnTo>
                    <a:pt x="224194" y="121461"/>
                  </a:lnTo>
                  <a:lnTo>
                    <a:pt x="224194" y="141703"/>
                  </a:lnTo>
                  <a:lnTo>
                    <a:pt x="234316" y="141703"/>
                  </a:lnTo>
                  <a:lnTo>
                    <a:pt x="234316" y="161947"/>
                  </a:lnTo>
                  <a:lnTo>
                    <a:pt x="224194" y="161947"/>
                  </a:lnTo>
                  <a:lnTo>
                    <a:pt x="224194" y="172069"/>
                  </a:lnTo>
                  <a:close/>
                </a:path>
                <a:path w="274955" h="222884">
                  <a:moveTo>
                    <a:pt x="191805" y="222678"/>
                  </a:moveTo>
                  <a:lnTo>
                    <a:pt x="0" y="222678"/>
                  </a:lnTo>
                  <a:lnTo>
                    <a:pt x="0" y="81480"/>
                  </a:lnTo>
                  <a:lnTo>
                    <a:pt x="42003" y="81480"/>
                  </a:lnTo>
                  <a:lnTo>
                    <a:pt x="42003" y="91096"/>
                  </a:lnTo>
                  <a:lnTo>
                    <a:pt x="191805" y="91096"/>
                  </a:lnTo>
                  <a:lnTo>
                    <a:pt x="191805" y="91602"/>
                  </a:lnTo>
                  <a:lnTo>
                    <a:pt x="10120" y="91602"/>
                  </a:lnTo>
                  <a:lnTo>
                    <a:pt x="10120" y="101724"/>
                  </a:lnTo>
                  <a:lnTo>
                    <a:pt x="20243" y="101724"/>
                  </a:lnTo>
                  <a:lnTo>
                    <a:pt x="20243" y="202434"/>
                  </a:lnTo>
                  <a:lnTo>
                    <a:pt x="10120" y="202434"/>
                  </a:lnTo>
                  <a:lnTo>
                    <a:pt x="10120" y="212555"/>
                  </a:lnTo>
                  <a:lnTo>
                    <a:pt x="191805" y="212555"/>
                  </a:lnTo>
                  <a:lnTo>
                    <a:pt x="191805" y="222678"/>
                  </a:lnTo>
                  <a:close/>
                </a:path>
                <a:path w="274955" h="222884">
                  <a:moveTo>
                    <a:pt x="191805" y="91096"/>
                  </a:moveTo>
                  <a:lnTo>
                    <a:pt x="62248" y="91096"/>
                  </a:lnTo>
                  <a:lnTo>
                    <a:pt x="62248" y="81480"/>
                  </a:lnTo>
                  <a:lnTo>
                    <a:pt x="191805" y="81480"/>
                  </a:lnTo>
                  <a:lnTo>
                    <a:pt x="191805" y="91096"/>
                  </a:lnTo>
                  <a:close/>
                </a:path>
                <a:path w="274955" h="222884">
                  <a:moveTo>
                    <a:pt x="20243" y="101724"/>
                  </a:moveTo>
                  <a:lnTo>
                    <a:pt x="10120" y="101724"/>
                  </a:lnTo>
                  <a:lnTo>
                    <a:pt x="10120" y="91602"/>
                  </a:lnTo>
                  <a:lnTo>
                    <a:pt x="20243" y="91602"/>
                  </a:lnTo>
                  <a:lnTo>
                    <a:pt x="20243" y="101724"/>
                  </a:lnTo>
                  <a:close/>
                </a:path>
                <a:path w="274955" h="222884">
                  <a:moveTo>
                    <a:pt x="171561" y="101724"/>
                  </a:moveTo>
                  <a:lnTo>
                    <a:pt x="20243" y="101724"/>
                  </a:lnTo>
                  <a:lnTo>
                    <a:pt x="20243" y="91602"/>
                  </a:lnTo>
                  <a:lnTo>
                    <a:pt x="171561" y="91602"/>
                  </a:lnTo>
                  <a:lnTo>
                    <a:pt x="171561" y="101724"/>
                  </a:lnTo>
                  <a:close/>
                </a:path>
                <a:path w="274955" h="222884">
                  <a:moveTo>
                    <a:pt x="181683" y="212555"/>
                  </a:moveTo>
                  <a:lnTo>
                    <a:pt x="171561" y="212555"/>
                  </a:lnTo>
                  <a:lnTo>
                    <a:pt x="171561" y="91602"/>
                  </a:lnTo>
                  <a:lnTo>
                    <a:pt x="181683" y="91602"/>
                  </a:lnTo>
                  <a:lnTo>
                    <a:pt x="181683" y="101724"/>
                  </a:lnTo>
                  <a:lnTo>
                    <a:pt x="191805" y="101724"/>
                  </a:lnTo>
                  <a:lnTo>
                    <a:pt x="191805" y="161947"/>
                  </a:lnTo>
                  <a:lnTo>
                    <a:pt x="183707" y="161947"/>
                  </a:lnTo>
                  <a:lnTo>
                    <a:pt x="183707" y="182191"/>
                  </a:lnTo>
                  <a:lnTo>
                    <a:pt x="191805" y="182191"/>
                  </a:lnTo>
                  <a:lnTo>
                    <a:pt x="191805" y="202434"/>
                  </a:lnTo>
                  <a:lnTo>
                    <a:pt x="181683" y="202434"/>
                  </a:lnTo>
                  <a:lnTo>
                    <a:pt x="181683" y="212555"/>
                  </a:lnTo>
                  <a:close/>
                </a:path>
                <a:path w="274955" h="222884">
                  <a:moveTo>
                    <a:pt x="191805" y="101724"/>
                  </a:moveTo>
                  <a:lnTo>
                    <a:pt x="181683" y="101724"/>
                  </a:lnTo>
                  <a:lnTo>
                    <a:pt x="181683" y="91602"/>
                  </a:lnTo>
                  <a:lnTo>
                    <a:pt x="191805" y="91602"/>
                  </a:lnTo>
                  <a:lnTo>
                    <a:pt x="191805" y="101724"/>
                  </a:lnTo>
                  <a:close/>
                </a:path>
                <a:path w="274955" h="222884">
                  <a:moveTo>
                    <a:pt x="234316" y="141703"/>
                  </a:moveTo>
                  <a:lnTo>
                    <a:pt x="224194" y="141703"/>
                  </a:lnTo>
                  <a:lnTo>
                    <a:pt x="224194" y="121461"/>
                  </a:lnTo>
                  <a:lnTo>
                    <a:pt x="234316" y="121461"/>
                  </a:lnTo>
                  <a:lnTo>
                    <a:pt x="234316" y="141703"/>
                  </a:lnTo>
                  <a:close/>
                </a:path>
                <a:path w="274955" h="222884">
                  <a:moveTo>
                    <a:pt x="274802" y="141703"/>
                  </a:moveTo>
                  <a:lnTo>
                    <a:pt x="234316" y="141703"/>
                  </a:lnTo>
                  <a:lnTo>
                    <a:pt x="234316" y="121461"/>
                  </a:lnTo>
                  <a:lnTo>
                    <a:pt x="254558" y="121461"/>
                  </a:lnTo>
                  <a:lnTo>
                    <a:pt x="254558" y="131582"/>
                  </a:lnTo>
                  <a:lnTo>
                    <a:pt x="274802" y="131582"/>
                  </a:lnTo>
                  <a:lnTo>
                    <a:pt x="274802" y="141703"/>
                  </a:lnTo>
                  <a:close/>
                </a:path>
                <a:path w="274955" h="222884">
                  <a:moveTo>
                    <a:pt x="274802" y="131582"/>
                  </a:moveTo>
                  <a:lnTo>
                    <a:pt x="264681" y="131582"/>
                  </a:lnTo>
                  <a:lnTo>
                    <a:pt x="264681" y="121461"/>
                  </a:lnTo>
                  <a:lnTo>
                    <a:pt x="274802" y="121461"/>
                  </a:lnTo>
                  <a:lnTo>
                    <a:pt x="274802" y="131582"/>
                  </a:lnTo>
                  <a:close/>
                </a:path>
                <a:path w="274955" h="222884">
                  <a:moveTo>
                    <a:pt x="191805" y="182191"/>
                  </a:moveTo>
                  <a:lnTo>
                    <a:pt x="183707" y="182191"/>
                  </a:lnTo>
                  <a:lnTo>
                    <a:pt x="183707" y="161947"/>
                  </a:lnTo>
                  <a:lnTo>
                    <a:pt x="191805" y="161947"/>
                  </a:lnTo>
                  <a:lnTo>
                    <a:pt x="191805" y="182191"/>
                  </a:lnTo>
                  <a:close/>
                </a:path>
                <a:path w="274955" h="222884">
                  <a:moveTo>
                    <a:pt x="234316" y="182191"/>
                  </a:moveTo>
                  <a:lnTo>
                    <a:pt x="191805" y="182191"/>
                  </a:lnTo>
                  <a:lnTo>
                    <a:pt x="191805" y="161947"/>
                  </a:lnTo>
                  <a:lnTo>
                    <a:pt x="214072" y="161947"/>
                  </a:lnTo>
                  <a:lnTo>
                    <a:pt x="214072" y="172069"/>
                  </a:lnTo>
                  <a:lnTo>
                    <a:pt x="234316" y="172069"/>
                  </a:lnTo>
                  <a:lnTo>
                    <a:pt x="234316" y="182191"/>
                  </a:lnTo>
                  <a:close/>
                </a:path>
                <a:path w="274955" h="222884">
                  <a:moveTo>
                    <a:pt x="234316" y="172069"/>
                  </a:moveTo>
                  <a:lnTo>
                    <a:pt x="224194" y="172069"/>
                  </a:lnTo>
                  <a:lnTo>
                    <a:pt x="224194" y="161947"/>
                  </a:lnTo>
                  <a:lnTo>
                    <a:pt x="234316" y="161947"/>
                  </a:lnTo>
                  <a:lnTo>
                    <a:pt x="234316" y="172069"/>
                  </a:lnTo>
                  <a:close/>
                </a:path>
                <a:path w="274955" h="222884">
                  <a:moveTo>
                    <a:pt x="20243" y="212555"/>
                  </a:moveTo>
                  <a:lnTo>
                    <a:pt x="10120" y="212555"/>
                  </a:lnTo>
                  <a:lnTo>
                    <a:pt x="10120" y="202434"/>
                  </a:lnTo>
                  <a:lnTo>
                    <a:pt x="20243" y="202434"/>
                  </a:lnTo>
                  <a:lnTo>
                    <a:pt x="20243" y="212555"/>
                  </a:lnTo>
                  <a:close/>
                </a:path>
                <a:path w="274955" h="222884">
                  <a:moveTo>
                    <a:pt x="171561" y="212555"/>
                  </a:moveTo>
                  <a:lnTo>
                    <a:pt x="20243" y="212555"/>
                  </a:lnTo>
                  <a:lnTo>
                    <a:pt x="20243" y="202434"/>
                  </a:lnTo>
                  <a:lnTo>
                    <a:pt x="171561" y="202434"/>
                  </a:lnTo>
                  <a:lnTo>
                    <a:pt x="171561" y="212555"/>
                  </a:lnTo>
                  <a:close/>
                </a:path>
                <a:path w="274955" h="222884">
                  <a:moveTo>
                    <a:pt x="191805" y="212555"/>
                  </a:moveTo>
                  <a:lnTo>
                    <a:pt x="181683" y="212555"/>
                  </a:lnTo>
                  <a:lnTo>
                    <a:pt x="181683" y="202434"/>
                  </a:lnTo>
                  <a:lnTo>
                    <a:pt x="191805" y="202434"/>
                  </a:lnTo>
                  <a:lnTo>
                    <a:pt x="191805" y="212555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16833" y="9419515"/>
              <a:ext cx="810260" cy="152400"/>
            </a:xfrm>
            <a:custGeom>
              <a:avLst/>
              <a:gdLst/>
              <a:ahLst/>
              <a:cxnLst/>
              <a:rect l="l" t="t" r="r" b="b"/>
              <a:pathLst>
                <a:path w="810259" h="152400">
                  <a:moveTo>
                    <a:pt x="101216" y="151825"/>
                  </a:moveTo>
                  <a:lnTo>
                    <a:pt x="0" y="75911"/>
                  </a:lnTo>
                  <a:lnTo>
                    <a:pt x="101216" y="0"/>
                  </a:lnTo>
                  <a:lnTo>
                    <a:pt x="101216" y="151825"/>
                  </a:lnTo>
                  <a:close/>
                </a:path>
                <a:path w="810259" h="152400">
                  <a:moveTo>
                    <a:pt x="708517" y="151825"/>
                  </a:moveTo>
                  <a:lnTo>
                    <a:pt x="708517" y="0"/>
                  </a:lnTo>
                  <a:lnTo>
                    <a:pt x="809733" y="75911"/>
                  </a:lnTo>
                  <a:lnTo>
                    <a:pt x="708517" y="151825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081635" y="9379534"/>
            <a:ext cx="810260" cy="233045"/>
            <a:chOff x="14081635" y="9379534"/>
            <a:chExt cx="810260" cy="233045"/>
          </a:xfrm>
        </p:grpSpPr>
        <p:sp>
          <p:nvSpPr>
            <p:cNvPr id="9" name="object 9"/>
            <p:cNvSpPr/>
            <p:nvPr/>
          </p:nvSpPr>
          <p:spPr>
            <a:xfrm>
              <a:off x="14435893" y="9430143"/>
              <a:ext cx="152400" cy="30480"/>
            </a:xfrm>
            <a:custGeom>
              <a:avLst/>
              <a:gdLst/>
              <a:ahLst/>
              <a:cxnLst/>
              <a:rect l="l" t="t" r="r" b="b"/>
              <a:pathLst>
                <a:path w="152400" h="30479">
                  <a:moveTo>
                    <a:pt x="151824" y="30363"/>
                  </a:moveTo>
                  <a:lnTo>
                    <a:pt x="0" y="30363"/>
                  </a:lnTo>
                  <a:lnTo>
                    <a:pt x="0" y="0"/>
                  </a:lnTo>
                  <a:lnTo>
                    <a:pt x="151824" y="0"/>
                  </a:lnTo>
                  <a:lnTo>
                    <a:pt x="151824" y="30363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81634" y="9379546"/>
              <a:ext cx="810260" cy="233045"/>
            </a:xfrm>
            <a:custGeom>
              <a:avLst/>
              <a:gdLst/>
              <a:ahLst/>
              <a:cxnLst/>
              <a:rect l="l" t="t" r="r" b="b"/>
              <a:pathLst>
                <a:path w="810259" h="233045">
                  <a:moveTo>
                    <a:pt x="101206" y="39979"/>
                  </a:moveTo>
                  <a:lnTo>
                    <a:pt x="0" y="115887"/>
                  </a:lnTo>
                  <a:lnTo>
                    <a:pt x="101206" y="191795"/>
                  </a:lnTo>
                  <a:lnTo>
                    <a:pt x="101206" y="39979"/>
                  </a:lnTo>
                  <a:close/>
                </a:path>
                <a:path w="810259" h="233045">
                  <a:moveTo>
                    <a:pt x="455472" y="151815"/>
                  </a:moveTo>
                  <a:lnTo>
                    <a:pt x="303644" y="151815"/>
                  </a:lnTo>
                  <a:lnTo>
                    <a:pt x="303644" y="182181"/>
                  </a:lnTo>
                  <a:lnTo>
                    <a:pt x="455472" y="182181"/>
                  </a:lnTo>
                  <a:lnTo>
                    <a:pt x="455472" y="151815"/>
                  </a:lnTo>
                  <a:close/>
                </a:path>
                <a:path w="810259" h="233045">
                  <a:moveTo>
                    <a:pt x="455472" y="0"/>
                  </a:moveTo>
                  <a:lnTo>
                    <a:pt x="303644" y="0"/>
                  </a:lnTo>
                  <a:lnTo>
                    <a:pt x="303644" y="30353"/>
                  </a:lnTo>
                  <a:lnTo>
                    <a:pt x="455472" y="30353"/>
                  </a:lnTo>
                  <a:lnTo>
                    <a:pt x="455472" y="0"/>
                  </a:lnTo>
                  <a:close/>
                </a:path>
                <a:path w="810259" h="233045">
                  <a:moveTo>
                    <a:pt x="506082" y="202425"/>
                  </a:moveTo>
                  <a:lnTo>
                    <a:pt x="354253" y="202425"/>
                  </a:lnTo>
                  <a:lnTo>
                    <a:pt x="354253" y="232791"/>
                  </a:lnTo>
                  <a:lnTo>
                    <a:pt x="506082" y="232791"/>
                  </a:lnTo>
                  <a:lnTo>
                    <a:pt x="506082" y="202425"/>
                  </a:lnTo>
                  <a:close/>
                </a:path>
                <a:path w="810259" h="233045">
                  <a:moveTo>
                    <a:pt x="506082" y="101206"/>
                  </a:moveTo>
                  <a:lnTo>
                    <a:pt x="354253" y="101206"/>
                  </a:lnTo>
                  <a:lnTo>
                    <a:pt x="354253" y="131572"/>
                  </a:lnTo>
                  <a:lnTo>
                    <a:pt x="506082" y="131572"/>
                  </a:lnTo>
                  <a:lnTo>
                    <a:pt x="506082" y="101206"/>
                  </a:lnTo>
                  <a:close/>
                </a:path>
                <a:path w="810259" h="233045">
                  <a:moveTo>
                    <a:pt x="809726" y="115887"/>
                  </a:moveTo>
                  <a:lnTo>
                    <a:pt x="708507" y="39979"/>
                  </a:lnTo>
                  <a:lnTo>
                    <a:pt x="708507" y="191795"/>
                  </a:lnTo>
                  <a:lnTo>
                    <a:pt x="809726" y="115887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145928" y="9379534"/>
            <a:ext cx="810260" cy="233045"/>
            <a:chOff x="15145928" y="9379534"/>
            <a:chExt cx="810260" cy="233045"/>
          </a:xfrm>
        </p:grpSpPr>
        <p:sp>
          <p:nvSpPr>
            <p:cNvPr id="12" name="object 12"/>
            <p:cNvSpPr/>
            <p:nvPr/>
          </p:nvSpPr>
          <p:spPr>
            <a:xfrm>
              <a:off x="15449576" y="9379546"/>
              <a:ext cx="202565" cy="132080"/>
            </a:xfrm>
            <a:custGeom>
              <a:avLst/>
              <a:gdLst/>
              <a:ahLst/>
              <a:cxnLst/>
              <a:rect l="l" t="t" r="r" b="b"/>
              <a:pathLst>
                <a:path w="202565" h="132079">
                  <a:moveTo>
                    <a:pt x="151815" y="0"/>
                  </a:moveTo>
                  <a:lnTo>
                    <a:pt x="0" y="0"/>
                  </a:lnTo>
                  <a:lnTo>
                    <a:pt x="0" y="30353"/>
                  </a:lnTo>
                  <a:lnTo>
                    <a:pt x="151815" y="30353"/>
                  </a:lnTo>
                  <a:lnTo>
                    <a:pt x="151815" y="0"/>
                  </a:lnTo>
                  <a:close/>
                </a:path>
                <a:path w="202565" h="132079">
                  <a:moveTo>
                    <a:pt x="202425" y="101206"/>
                  </a:moveTo>
                  <a:lnTo>
                    <a:pt x="50609" y="101206"/>
                  </a:lnTo>
                  <a:lnTo>
                    <a:pt x="50609" y="131572"/>
                  </a:lnTo>
                  <a:lnTo>
                    <a:pt x="202425" y="131572"/>
                  </a:lnTo>
                  <a:lnTo>
                    <a:pt x="202425" y="101206"/>
                  </a:lnTo>
                  <a:close/>
                </a:path>
                <a:path w="202565" h="132079">
                  <a:moveTo>
                    <a:pt x="202425" y="50596"/>
                  </a:moveTo>
                  <a:lnTo>
                    <a:pt x="50609" y="50596"/>
                  </a:lnTo>
                  <a:lnTo>
                    <a:pt x="50609" y="80962"/>
                  </a:lnTo>
                  <a:lnTo>
                    <a:pt x="202425" y="80962"/>
                  </a:lnTo>
                  <a:lnTo>
                    <a:pt x="202425" y="50596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145919" y="9419525"/>
              <a:ext cx="810260" cy="193040"/>
            </a:xfrm>
            <a:custGeom>
              <a:avLst/>
              <a:gdLst/>
              <a:ahLst/>
              <a:cxnLst/>
              <a:rect l="l" t="t" r="r" b="b"/>
              <a:pathLst>
                <a:path w="810259" h="193040">
                  <a:moveTo>
                    <a:pt x="101219" y="0"/>
                  </a:moveTo>
                  <a:lnTo>
                    <a:pt x="0" y="75907"/>
                  </a:lnTo>
                  <a:lnTo>
                    <a:pt x="101219" y="151815"/>
                  </a:lnTo>
                  <a:lnTo>
                    <a:pt x="101219" y="0"/>
                  </a:lnTo>
                  <a:close/>
                </a:path>
                <a:path w="810259" h="193040">
                  <a:moveTo>
                    <a:pt x="455472" y="111836"/>
                  </a:moveTo>
                  <a:lnTo>
                    <a:pt x="303657" y="111836"/>
                  </a:lnTo>
                  <a:lnTo>
                    <a:pt x="303657" y="142201"/>
                  </a:lnTo>
                  <a:lnTo>
                    <a:pt x="455472" y="142201"/>
                  </a:lnTo>
                  <a:lnTo>
                    <a:pt x="455472" y="111836"/>
                  </a:lnTo>
                  <a:close/>
                </a:path>
                <a:path w="810259" h="193040">
                  <a:moveTo>
                    <a:pt x="506082" y="162445"/>
                  </a:moveTo>
                  <a:lnTo>
                    <a:pt x="354266" y="162445"/>
                  </a:lnTo>
                  <a:lnTo>
                    <a:pt x="354266" y="192811"/>
                  </a:lnTo>
                  <a:lnTo>
                    <a:pt x="506082" y="192811"/>
                  </a:lnTo>
                  <a:lnTo>
                    <a:pt x="506082" y="162445"/>
                  </a:lnTo>
                  <a:close/>
                </a:path>
                <a:path w="810259" h="193040">
                  <a:moveTo>
                    <a:pt x="809739" y="75907"/>
                  </a:moveTo>
                  <a:lnTo>
                    <a:pt x="708520" y="0"/>
                  </a:lnTo>
                  <a:lnTo>
                    <a:pt x="708520" y="151815"/>
                  </a:lnTo>
                  <a:lnTo>
                    <a:pt x="809739" y="75907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6513861" y="9379546"/>
            <a:ext cx="202565" cy="233045"/>
          </a:xfrm>
          <a:custGeom>
            <a:avLst/>
            <a:gdLst/>
            <a:ahLst/>
            <a:cxnLst/>
            <a:rect l="l" t="t" r="r" b="b"/>
            <a:pathLst>
              <a:path w="202565" h="233045">
                <a:moveTo>
                  <a:pt x="151828" y="151815"/>
                </a:moveTo>
                <a:lnTo>
                  <a:pt x="0" y="151815"/>
                </a:lnTo>
                <a:lnTo>
                  <a:pt x="0" y="182181"/>
                </a:lnTo>
                <a:lnTo>
                  <a:pt x="151828" y="182181"/>
                </a:lnTo>
                <a:lnTo>
                  <a:pt x="151828" y="151815"/>
                </a:lnTo>
                <a:close/>
              </a:path>
              <a:path w="202565" h="233045">
                <a:moveTo>
                  <a:pt x="151828" y="0"/>
                </a:moveTo>
                <a:lnTo>
                  <a:pt x="0" y="0"/>
                </a:lnTo>
                <a:lnTo>
                  <a:pt x="0" y="30353"/>
                </a:lnTo>
                <a:lnTo>
                  <a:pt x="151828" y="30353"/>
                </a:lnTo>
                <a:lnTo>
                  <a:pt x="151828" y="0"/>
                </a:lnTo>
                <a:close/>
              </a:path>
              <a:path w="202565" h="233045">
                <a:moveTo>
                  <a:pt x="202438" y="202425"/>
                </a:moveTo>
                <a:lnTo>
                  <a:pt x="50609" y="202425"/>
                </a:lnTo>
                <a:lnTo>
                  <a:pt x="50609" y="232791"/>
                </a:lnTo>
                <a:lnTo>
                  <a:pt x="202438" y="232791"/>
                </a:lnTo>
                <a:lnTo>
                  <a:pt x="202438" y="202425"/>
                </a:lnTo>
                <a:close/>
              </a:path>
              <a:path w="202565" h="233045">
                <a:moveTo>
                  <a:pt x="202438" y="101206"/>
                </a:moveTo>
                <a:lnTo>
                  <a:pt x="50609" y="101206"/>
                </a:lnTo>
                <a:lnTo>
                  <a:pt x="50609" y="131572"/>
                </a:lnTo>
                <a:lnTo>
                  <a:pt x="202438" y="131572"/>
                </a:lnTo>
                <a:lnTo>
                  <a:pt x="202438" y="101206"/>
                </a:lnTo>
                <a:close/>
              </a:path>
              <a:path w="202565" h="233045">
                <a:moveTo>
                  <a:pt x="202438" y="50596"/>
                </a:moveTo>
                <a:lnTo>
                  <a:pt x="50609" y="50596"/>
                </a:lnTo>
                <a:lnTo>
                  <a:pt x="50609" y="80962"/>
                </a:lnTo>
                <a:lnTo>
                  <a:pt x="202438" y="80962"/>
                </a:lnTo>
                <a:lnTo>
                  <a:pt x="202438" y="50596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7202652" y="9384088"/>
            <a:ext cx="953135" cy="223520"/>
            <a:chOff x="17202652" y="9384088"/>
            <a:chExt cx="953135" cy="22352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2722" y="9400283"/>
              <a:ext cx="209012" cy="2069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202652" y="9384088"/>
              <a:ext cx="953135" cy="222885"/>
            </a:xfrm>
            <a:custGeom>
              <a:avLst/>
              <a:gdLst/>
              <a:ahLst/>
              <a:cxnLst/>
              <a:rect l="l" t="t" r="r" b="b"/>
              <a:pathLst>
                <a:path w="953134" h="222884">
                  <a:moveTo>
                    <a:pt x="71874" y="117994"/>
                  </a:moveTo>
                  <a:lnTo>
                    <a:pt x="62490" y="110149"/>
                  </a:lnTo>
                  <a:lnTo>
                    <a:pt x="71034" y="68108"/>
                  </a:lnTo>
                  <a:lnTo>
                    <a:pt x="94954" y="32705"/>
                  </a:lnTo>
                  <a:lnTo>
                    <a:pt x="130356" y="8785"/>
                  </a:lnTo>
                  <a:lnTo>
                    <a:pt x="173587" y="0"/>
                  </a:lnTo>
                  <a:lnTo>
                    <a:pt x="216817" y="8785"/>
                  </a:lnTo>
                  <a:lnTo>
                    <a:pt x="233775" y="20243"/>
                  </a:lnTo>
                  <a:lnTo>
                    <a:pt x="173587" y="20243"/>
                  </a:lnTo>
                  <a:lnTo>
                    <a:pt x="138216" y="27431"/>
                  </a:lnTo>
                  <a:lnTo>
                    <a:pt x="109251" y="47003"/>
                  </a:lnTo>
                  <a:lnTo>
                    <a:pt x="89679" y="75968"/>
                  </a:lnTo>
                  <a:lnTo>
                    <a:pt x="83027" y="108700"/>
                  </a:lnTo>
                  <a:lnTo>
                    <a:pt x="71874" y="117994"/>
                  </a:lnTo>
                  <a:close/>
                </a:path>
                <a:path w="953134" h="222884">
                  <a:moveTo>
                    <a:pt x="173587" y="222678"/>
                  </a:moveTo>
                  <a:lnTo>
                    <a:pt x="163465" y="218122"/>
                  </a:lnTo>
                  <a:lnTo>
                    <a:pt x="168020" y="202434"/>
                  </a:lnTo>
                  <a:lnTo>
                    <a:pt x="173587" y="202434"/>
                  </a:lnTo>
                  <a:lnTo>
                    <a:pt x="208530" y="195246"/>
                  </a:lnTo>
                  <a:lnTo>
                    <a:pt x="237543" y="175675"/>
                  </a:lnTo>
                  <a:lnTo>
                    <a:pt x="257351" y="146709"/>
                  </a:lnTo>
                  <a:lnTo>
                    <a:pt x="264681" y="111338"/>
                  </a:lnTo>
                  <a:lnTo>
                    <a:pt x="257494" y="75968"/>
                  </a:lnTo>
                  <a:lnTo>
                    <a:pt x="237923" y="47003"/>
                  </a:lnTo>
                  <a:lnTo>
                    <a:pt x="208958" y="27431"/>
                  </a:lnTo>
                  <a:lnTo>
                    <a:pt x="173587" y="20243"/>
                  </a:lnTo>
                  <a:lnTo>
                    <a:pt x="233775" y="20243"/>
                  </a:lnTo>
                  <a:lnTo>
                    <a:pt x="252220" y="32705"/>
                  </a:lnTo>
                  <a:lnTo>
                    <a:pt x="276141" y="68108"/>
                  </a:lnTo>
                  <a:lnTo>
                    <a:pt x="284927" y="111338"/>
                  </a:lnTo>
                  <a:lnTo>
                    <a:pt x="275999" y="154569"/>
                  </a:lnTo>
                  <a:lnTo>
                    <a:pt x="251841" y="189972"/>
                  </a:lnTo>
                  <a:lnTo>
                    <a:pt x="216391" y="213892"/>
                  </a:lnTo>
                  <a:lnTo>
                    <a:pt x="173587" y="222678"/>
                  </a:lnTo>
                  <a:close/>
                </a:path>
                <a:path w="953134" h="222884">
                  <a:moveTo>
                    <a:pt x="72370" y="144741"/>
                  </a:moveTo>
                  <a:lnTo>
                    <a:pt x="5060" y="88566"/>
                  </a:lnTo>
                  <a:lnTo>
                    <a:pt x="0" y="78443"/>
                  </a:lnTo>
                  <a:lnTo>
                    <a:pt x="13663" y="69334"/>
                  </a:lnTo>
                  <a:lnTo>
                    <a:pt x="62490" y="110149"/>
                  </a:lnTo>
                  <a:lnTo>
                    <a:pt x="62248" y="111338"/>
                  </a:lnTo>
                  <a:lnTo>
                    <a:pt x="62248" y="116906"/>
                  </a:lnTo>
                  <a:lnTo>
                    <a:pt x="70355" y="119260"/>
                  </a:lnTo>
                  <a:lnTo>
                    <a:pt x="65285" y="123485"/>
                  </a:lnTo>
                  <a:lnTo>
                    <a:pt x="71864" y="131075"/>
                  </a:lnTo>
                  <a:lnTo>
                    <a:pt x="88744" y="131075"/>
                  </a:lnTo>
                  <a:lnTo>
                    <a:pt x="72370" y="144741"/>
                  </a:lnTo>
                  <a:close/>
                </a:path>
                <a:path w="953134" h="222884">
                  <a:moveTo>
                    <a:pt x="100264" y="121461"/>
                  </a:moveTo>
                  <a:lnTo>
                    <a:pt x="77937" y="121461"/>
                  </a:lnTo>
                  <a:lnTo>
                    <a:pt x="82491" y="111338"/>
                  </a:lnTo>
                  <a:lnTo>
                    <a:pt x="83027" y="108700"/>
                  </a:lnTo>
                  <a:lnTo>
                    <a:pt x="126015" y="72876"/>
                  </a:lnTo>
                  <a:lnTo>
                    <a:pt x="136642" y="69840"/>
                  </a:lnTo>
                  <a:lnTo>
                    <a:pt x="143221" y="84516"/>
                  </a:lnTo>
                  <a:lnTo>
                    <a:pt x="139679" y="88566"/>
                  </a:lnTo>
                  <a:lnTo>
                    <a:pt x="100264" y="121461"/>
                  </a:lnTo>
                  <a:close/>
                </a:path>
                <a:path w="953134" h="222884">
                  <a:moveTo>
                    <a:pt x="77937" y="121461"/>
                  </a:moveTo>
                  <a:lnTo>
                    <a:pt x="75004" y="120609"/>
                  </a:lnTo>
                  <a:lnTo>
                    <a:pt x="71874" y="117994"/>
                  </a:lnTo>
                  <a:lnTo>
                    <a:pt x="83027" y="108700"/>
                  </a:lnTo>
                  <a:lnTo>
                    <a:pt x="82491" y="111338"/>
                  </a:lnTo>
                  <a:lnTo>
                    <a:pt x="77937" y="121461"/>
                  </a:lnTo>
                  <a:close/>
                </a:path>
                <a:path w="953134" h="222884">
                  <a:moveTo>
                    <a:pt x="70355" y="119260"/>
                  </a:moveTo>
                  <a:lnTo>
                    <a:pt x="62248" y="116906"/>
                  </a:lnTo>
                  <a:lnTo>
                    <a:pt x="62248" y="111338"/>
                  </a:lnTo>
                  <a:lnTo>
                    <a:pt x="62490" y="110149"/>
                  </a:lnTo>
                  <a:lnTo>
                    <a:pt x="71874" y="117994"/>
                  </a:lnTo>
                  <a:lnTo>
                    <a:pt x="70355" y="119260"/>
                  </a:lnTo>
                  <a:close/>
                </a:path>
                <a:path w="953134" h="222884">
                  <a:moveTo>
                    <a:pt x="75004" y="120609"/>
                  </a:moveTo>
                  <a:lnTo>
                    <a:pt x="70355" y="119260"/>
                  </a:lnTo>
                  <a:lnTo>
                    <a:pt x="71874" y="117994"/>
                  </a:lnTo>
                  <a:lnTo>
                    <a:pt x="75004" y="120609"/>
                  </a:lnTo>
                  <a:close/>
                </a:path>
                <a:path w="953134" h="222884">
                  <a:moveTo>
                    <a:pt x="71864" y="131075"/>
                  </a:moveTo>
                  <a:lnTo>
                    <a:pt x="65285" y="123485"/>
                  </a:lnTo>
                  <a:lnTo>
                    <a:pt x="70355" y="119260"/>
                  </a:lnTo>
                  <a:lnTo>
                    <a:pt x="75004" y="120609"/>
                  </a:lnTo>
                  <a:lnTo>
                    <a:pt x="78444" y="123485"/>
                  </a:lnTo>
                  <a:lnTo>
                    <a:pt x="71864" y="131075"/>
                  </a:lnTo>
                  <a:close/>
                </a:path>
                <a:path w="953134" h="222884">
                  <a:moveTo>
                    <a:pt x="88744" y="131075"/>
                  </a:moveTo>
                  <a:lnTo>
                    <a:pt x="71864" y="131075"/>
                  </a:lnTo>
                  <a:lnTo>
                    <a:pt x="78444" y="123485"/>
                  </a:lnTo>
                  <a:lnTo>
                    <a:pt x="75004" y="120609"/>
                  </a:lnTo>
                  <a:lnTo>
                    <a:pt x="77937" y="121461"/>
                  </a:lnTo>
                  <a:lnTo>
                    <a:pt x="100264" y="121461"/>
                  </a:lnTo>
                  <a:lnTo>
                    <a:pt x="88744" y="131075"/>
                  </a:lnTo>
                  <a:close/>
                </a:path>
                <a:path w="953134" h="222884">
                  <a:moveTo>
                    <a:pt x="786454" y="222678"/>
                  </a:moveTo>
                  <a:lnTo>
                    <a:pt x="780887" y="222678"/>
                  </a:lnTo>
                  <a:lnTo>
                    <a:pt x="737657" y="213892"/>
                  </a:lnTo>
                  <a:lnTo>
                    <a:pt x="702255" y="189972"/>
                  </a:lnTo>
                  <a:lnTo>
                    <a:pt x="678334" y="154569"/>
                  </a:lnTo>
                  <a:lnTo>
                    <a:pt x="669549" y="111338"/>
                  </a:lnTo>
                  <a:lnTo>
                    <a:pt x="678334" y="68108"/>
                  </a:lnTo>
                  <a:lnTo>
                    <a:pt x="702255" y="32705"/>
                  </a:lnTo>
                  <a:lnTo>
                    <a:pt x="737657" y="8785"/>
                  </a:lnTo>
                  <a:lnTo>
                    <a:pt x="780887" y="0"/>
                  </a:lnTo>
                  <a:lnTo>
                    <a:pt x="780887" y="10121"/>
                  </a:lnTo>
                  <a:lnTo>
                    <a:pt x="826096" y="10121"/>
                  </a:lnTo>
                  <a:lnTo>
                    <a:pt x="841076" y="20243"/>
                  </a:lnTo>
                  <a:lnTo>
                    <a:pt x="780887" y="20243"/>
                  </a:lnTo>
                  <a:lnTo>
                    <a:pt x="745517" y="27431"/>
                  </a:lnTo>
                  <a:lnTo>
                    <a:pt x="716552" y="47003"/>
                  </a:lnTo>
                  <a:lnTo>
                    <a:pt x="696981" y="75968"/>
                  </a:lnTo>
                  <a:lnTo>
                    <a:pt x="689793" y="111338"/>
                  </a:lnTo>
                  <a:lnTo>
                    <a:pt x="696981" y="146709"/>
                  </a:lnTo>
                  <a:lnTo>
                    <a:pt x="716552" y="175675"/>
                  </a:lnTo>
                  <a:lnTo>
                    <a:pt x="745517" y="195246"/>
                  </a:lnTo>
                  <a:lnTo>
                    <a:pt x="780887" y="202434"/>
                  </a:lnTo>
                  <a:lnTo>
                    <a:pt x="791009" y="206988"/>
                  </a:lnTo>
                  <a:lnTo>
                    <a:pt x="786454" y="222678"/>
                  </a:lnTo>
                  <a:close/>
                </a:path>
                <a:path w="953134" h="222884">
                  <a:moveTo>
                    <a:pt x="826096" y="10121"/>
                  </a:moveTo>
                  <a:lnTo>
                    <a:pt x="780887" y="10121"/>
                  </a:lnTo>
                  <a:lnTo>
                    <a:pt x="780887" y="0"/>
                  </a:lnTo>
                  <a:lnTo>
                    <a:pt x="824118" y="8785"/>
                  </a:lnTo>
                  <a:lnTo>
                    <a:pt x="826096" y="10121"/>
                  </a:lnTo>
                  <a:close/>
                </a:path>
                <a:path w="953134" h="222884">
                  <a:moveTo>
                    <a:pt x="881609" y="117994"/>
                  </a:moveTo>
                  <a:lnTo>
                    <a:pt x="871643" y="109664"/>
                  </a:lnTo>
                  <a:lnTo>
                    <a:pt x="864795" y="75968"/>
                  </a:lnTo>
                  <a:lnTo>
                    <a:pt x="845223" y="47003"/>
                  </a:lnTo>
                  <a:lnTo>
                    <a:pt x="816258" y="27431"/>
                  </a:lnTo>
                  <a:lnTo>
                    <a:pt x="780887" y="20243"/>
                  </a:lnTo>
                  <a:lnTo>
                    <a:pt x="841076" y="20243"/>
                  </a:lnTo>
                  <a:lnTo>
                    <a:pt x="859520" y="32705"/>
                  </a:lnTo>
                  <a:lnTo>
                    <a:pt x="883440" y="68108"/>
                  </a:lnTo>
                  <a:lnTo>
                    <a:pt x="891845" y="109464"/>
                  </a:lnTo>
                  <a:lnTo>
                    <a:pt x="881609" y="117994"/>
                  </a:lnTo>
                  <a:close/>
                </a:path>
                <a:path w="953134" h="222884">
                  <a:moveTo>
                    <a:pt x="882104" y="144741"/>
                  </a:moveTo>
                  <a:lnTo>
                    <a:pt x="814795" y="88566"/>
                  </a:lnTo>
                  <a:lnTo>
                    <a:pt x="809735" y="78443"/>
                  </a:lnTo>
                  <a:lnTo>
                    <a:pt x="823399" y="69334"/>
                  </a:lnTo>
                  <a:lnTo>
                    <a:pt x="871643" y="109664"/>
                  </a:lnTo>
                  <a:lnTo>
                    <a:pt x="871983" y="111338"/>
                  </a:lnTo>
                  <a:lnTo>
                    <a:pt x="871983" y="116906"/>
                  </a:lnTo>
                  <a:lnTo>
                    <a:pt x="880090" y="119260"/>
                  </a:lnTo>
                  <a:lnTo>
                    <a:pt x="875020" y="123485"/>
                  </a:lnTo>
                  <a:lnTo>
                    <a:pt x="881598" y="131075"/>
                  </a:lnTo>
                  <a:lnTo>
                    <a:pt x="898478" y="131075"/>
                  </a:lnTo>
                  <a:lnTo>
                    <a:pt x="882104" y="144741"/>
                  </a:lnTo>
                  <a:close/>
                </a:path>
                <a:path w="953134" h="222884">
                  <a:moveTo>
                    <a:pt x="909998" y="121461"/>
                  </a:moveTo>
                  <a:lnTo>
                    <a:pt x="887670" y="121461"/>
                  </a:lnTo>
                  <a:lnTo>
                    <a:pt x="892226" y="111338"/>
                  </a:lnTo>
                  <a:lnTo>
                    <a:pt x="891885" y="109664"/>
                  </a:lnTo>
                  <a:lnTo>
                    <a:pt x="891845" y="109464"/>
                  </a:lnTo>
                  <a:lnTo>
                    <a:pt x="935749" y="72876"/>
                  </a:lnTo>
                  <a:lnTo>
                    <a:pt x="946377" y="69840"/>
                  </a:lnTo>
                  <a:lnTo>
                    <a:pt x="952955" y="84516"/>
                  </a:lnTo>
                  <a:lnTo>
                    <a:pt x="949414" y="88566"/>
                  </a:lnTo>
                  <a:lnTo>
                    <a:pt x="909998" y="121461"/>
                  </a:lnTo>
                  <a:close/>
                </a:path>
                <a:path w="953134" h="222884">
                  <a:moveTo>
                    <a:pt x="887670" y="121461"/>
                  </a:moveTo>
                  <a:lnTo>
                    <a:pt x="884737" y="120609"/>
                  </a:lnTo>
                  <a:lnTo>
                    <a:pt x="881609" y="117994"/>
                  </a:lnTo>
                  <a:lnTo>
                    <a:pt x="891845" y="109464"/>
                  </a:lnTo>
                  <a:lnTo>
                    <a:pt x="892226" y="111338"/>
                  </a:lnTo>
                  <a:lnTo>
                    <a:pt x="887670" y="121461"/>
                  </a:lnTo>
                  <a:close/>
                </a:path>
                <a:path w="953134" h="222884">
                  <a:moveTo>
                    <a:pt x="880090" y="119260"/>
                  </a:moveTo>
                  <a:lnTo>
                    <a:pt x="871983" y="116906"/>
                  </a:lnTo>
                  <a:lnTo>
                    <a:pt x="871983" y="111338"/>
                  </a:lnTo>
                  <a:lnTo>
                    <a:pt x="871643" y="109664"/>
                  </a:lnTo>
                  <a:lnTo>
                    <a:pt x="881609" y="117994"/>
                  </a:lnTo>
                  <a:lnTo>
                    <a:pt x="880090" y="119260"/>
                  </a:lnTo>
                  <a:close/>
                </a:path>
                <a:path w="953134" h="222884">
                  <a:moveTo>
                    <a:pt x="884737" y="120609"/>
                  </a:moveTo>
                  <a:lnTo>
                    <a:pt x="880090" y="119260"/>
                  </a:lnTo>
                  <a:lnTo>
                    <a:pt x="881609" y="117994"/>
                  </a:lnTo>
                  <a:lnTo>
                    <a:pt x="884737" y="120609"/>
                  </a:lnTo>
                  <a:close/>
                </a:path>
                <a:path w="953134" h="222884">
                  <a:moveTo>
                    <a:pt x="881598" y="131075"/>
                  </a:moveTo>
                  <a:lnTo>
                    <a:pt x="875020" y="123485"/>
                  </a:lnTo>
                  <a:lnTo>
                    <a:pt x="880090" y="119260"/>
                  </a:lnTo>
                  <a:lnTo>
                    <a:pt x="884737" y="120609"/>
                  </a:lnTo>
                  <a:lnTo>
                    <a:pt x="888178" y="123485"/>
                  </a:lnTo>
                  <a:lnTo>
                    <a:pt x="881598" y="131075"/>
                  </a:lnTo>
                  <a:close/>
                </a:path>
                <a:path w="953134" h="222884">
                  <a:moveTo>
                    <a:pt x="898478" y="131075"/>
                  </a:moveTo>
                  <a:lnTo>
                    <a:pt x="881598" y="131075"/>
                  </a:lnTo>
                  <a:lnTo>
                    <a:pt x="888178" y="123485"/>
                  </a:lnTo>
                  <a:lnTo>
                    <a:pt x="884737" y="120609"/>
                  </a:lnTo>
                  <a:lnTo>
                    <a:pt x="887670" y="121461"/>
                  </a:lnTo>
                  <a:lnTo>
                    <a:pt x="909998" y="121461"/>
                  </a:lnTo>
                  <a:lnTo>
                    <a:pt x="898478" y="131075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92545" y="755389"/>
            <a:ext cx="18288502" cy="9909608"/>
            <a:chOff x="0" y="299905"/>
            <a:chExt cx="18288502" cy="9909608"/>
          </a:xfrm>
        </p:grpSpPr>
        <p:sp>
          <p:nvSpPr>
            <p:cNvPr id="19" name="object 19"/>
            <p:cNvSpPr/>
            <p:nvPr/>
          </p:nvSpPr>
          <p:spPr>
            <a:xfrm>
              <a:off x="0" y="9773268"/>
              <a:ext cx="6083935" cy="436245"/>
            </a:xfrm>
            <a:custGeom>
              <a:avLst/>
              <a:gdLst/>
              <a:ahLst/>
              <a:cxnLst/>
              <a:rect l="l" t="t" r="r" b="b"/>
              <a:pathLst>
                <a:path w="6083934" h="436245">
                  <a:moveTo>
                    <a:pt x="6083482" y="435737"/>
                  </a:moveTo>
                  <a:lnTo>
                    <a:pt x="0" y="435737"/>
                  </a:lnTo>
                  <a:lnTo>
                    <a:pt x="0" y="0"/>
                  </a:lnTo>
                  <a:lnTo>
                    <a:pt x="6083482" y="0"/>
                  </a:lnTo>
                  <a:lnTo>
                    <a:pt x="6083482" y="435737"/>
                  </a:lnTo>
                  <a:close/>
                </a:path>
              </a:pathLst>
            </a:custGeom>
            <a:solidFill>
              <a:srgbClr val="545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83482" y="9773268"/>
              <a:ext cx="6121400" cy="436245"/>
            </a:xfrm>
            <a:custGeom>
              <a:avLst/>
              <a:gdLst/>
              <a:ahLst/>
              <a:cxnLst/>
              <a:rect l="l" t="t" r="r" b="b"/>
              <a:pathLst>
                <a:path w="6121400" h="436245">
                  <a:moveTo>
                    <a:pt x="6121084" y="435737"/>
                  </a:moveTo>
                  <a:lnTo>
                    <a:pt x="0" y="435737"/>
                  </a:lnTo>
                  <a:lnTo>
                    <a:pt x="0" y="0"/>
                  </a:lnTo>
                  <a:lnTo>
                    <a:pt x="6121084" y="0"/>
                  </a:lnTo>
                  <a:lnTo>
                    <a:pt x="6121084" y="435737"/>
                  </a:lnTo>
                  <a:close/>
                </a:path>
              </a:pathLst>
            </a:custGeom>
            <a:solidFill>
              <a:srgbClr val="61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04567" y="9773268"/>
              <a:ext cx="6083935" cy="436245"/>
            </a:xfrm>
            <a:custGeom>
              <a:avLst/>
              <a:gdLst/>
              <a:ahLst/>
              <a:cxnLst/>
              <a:rect l="l" t="t" r="r" b="b"/>
              <a:pathLst>
                <a:path w="6083934" h="436245">
                  <a:moveTo>
                    <a:pt x="6083431" y="435737"/>
                  </a:moveTo>
                  <a:lnTo>
                    <a:pt x="0" y="435737"/>
                  </a:lnTo>
                  <a:lnTo>
                    <a:pt x="0" y="0"/>
                  </a:lnTo>
                  <a:lnTo>
                    <a:pt x="6083431" y="0"/>
                  </a:lnTo>
                  <a:lnTo>
                    <a:pt x="6083431" y="435737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 rotWithShape="1">
            <a:blip r:embed="rId4" cstate="print"/>
            <a:srcRect r="19567" b="34284"/>
            <a:stretch/>
          </p:blipFill>
          <p:spPr>
            <a:xfrm>
              <a:off x="259108" y="666991"/>
              <a:ext cx="11346290" cy="628448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908" y="299905"/>
              <a:ext cx="2457449" cy="990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3999" y="2959056"/>
              <a:ext cx="7743823" cy="44576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16749" y="3703766"/>
            <a:ext cx="4064635" cy="34093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50" b="1" spc="-110" dirty="0">
                <a:solidFill>
                  <a:srgbClr val="D4F0FF"/>
                </a:solidFill>
                <a:latin typeface="Times New Roman"/>
                <a:cs typeface="Times New Roman"/>
              </a:rPr>
              <a:t>Introduction</a:t>
            </a:r>
            <a:r>
              <a:rPr sz="3150" b="1" spc="-60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3150" b="1" spc="-65" dirty="0">
                <a:solidFill>
                  <a:srgbClr val="D4F0FF"/>
                </a:solidFill>
                <a:latin typeface="Times New Roman"/>
                <a:cs typeface="Times New Roman"/>
              </a:rPr>
              <a:t>au </a:t>
            </a:r>
            <a:r>
              <a:rPr sz="3150" b="1" spc="-10" dirty="0">
                <a:solidFill>
                  <a:srgbClr val="D4F0FF"/>
                </a:solidFill>
                <a:latin typeface="Times New Roman"/>
                <a:cs typeface="Times New Roman"/>
              </a:rPr>
              <a:t>projet</a:t>
            </a:r>
            <a:endParaRPr sz="3150" dirty="0">
              <a:latin typeface="Times New Roman"/>
              <a:cs typeface="Times New Roman"/>
            </a:endParaRPr>
          </a:p>
          <a:p>
            <a:pPr marL="12700" marR="5080">
              <a:lnSpc>
                <a:spcPct val="294700"/>
              </a:lnSpc>
              <a:spcBef>
                <a:spcPts val="30"/>
              </a:spcBef>
            </a:pPr>
            <a:r>
              <a:rPr sz="3150" b="1" spc="-95" dirty="0">
                <a:solidFill>
                  <a:srgbClr val="3333B3"/>
                </a:solidFill>
                <a:latin typeface="Times New Roman"/>
                <a:cs typeface="Times New Roman"/>
              </a:rPr>
              <a:t>Implementation</a:t>
            </a:r>
            <a:r>
              <a:rPr sz="3150" b="1" spc="-100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3150" b="1" spc="-85" dirty="0">
                <a:solidFill>
                  <a:srgbClr val="3333B3"/>
                </a:solidFill>
                <a:latin typeface="Times New Roman"/>
                <a:cs typeface="Times New Roman"/>
              </a:rPr>
              <a:t>de</a:t>
            </a:r>
            <a:r>
              <a:rPr sz="3150" b="1" spc="-9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3333B3"/>
                </a:solidFill>
                <a:latin typeface="Times New Roman"/>
                <a:cs typeface="Times New Roman"/>
              </a:rPr>
              <a:t>la</a:t>
            </a:r>
            <a:r>
              <a:rPr sz="3150" b="1" spc="-9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3150" b="1" spc="35" dirty="0">
                <a:solidFill>
                  <a:srgbClr val="3333B3"/>
                </a:solidFill>
                <a:latin typeface="Times New Roman"/>
                <a:cs typeface="Times New Roman"/>
              </a:rPr>
              <a:t>2D </a:t>
            </a:r>
            <a:endParaRPr sz="3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3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150" b="1" spc="-10" dirty="0">
                <a:solidFill>
                  <a:srgbClr val="D4F0FF"/>
                </a:solidFill>
                <a:latin typeface="Times New Roman"/>
                <a:cs typeface="Times New Roman"/>
              </a:rPr>
              <a:t>Conclusion</a:t>
            </a:r>
            <a:endParaRPr sz="315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spc="-50" dirty="0"/>
              <a:t>3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20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40679" y="1719522"/>
            <a:ext cx="157607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spc="-20" dirty="0"/>
              <a:t>Plan</a:t>
            </a:r>
            <a:endParaRPr sz="6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9729" y="9507184"/>
            <a:ext cx="191806" cy="14119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952537" y="9501113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61055" y="9501113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0" y="151825"/>
                </a:moveTo>
                <a:lnTo>
                  <a:pt x="0" y="0"/>
                </a:lnTo>
                <a:lnTo>
                  <a:pt x="101218" y="75911"/>
                </a:lnTo>
                <a:lnTo>
                  <a:pt x="0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016833" y="9465685"/>
            <a:ext cx="810260" cy="222885"/>
            <a:chOff x="13016833" y="9465685"/>
            <a:chExt cx="810260" cy="222885"/>
          </a:xfrm>
        </p:grpSpPr>
        <p:sp>
          <p:nvSpPr>
            <p:cNvPr id="6" name="object 6"/>
            <p:cNvSpPr/>
            <p:nvPr/>
          </p:nvSpPr>
          <p:spPr>
            <a:xfrm>
              <a:off x="13258741" y="9465685"/>
              <a:ext cx="274955" cy="222885"/>
            </a:xfrm>
            <a:custGeom>
              <a:avLst/>
              <a:gdLst/>
              <a:ahLst/>
              <a:cxnLst/>
              <a:rect l="l" t="t" r="r" b="b"/>
              <a:pathLst>
                <a:path w="274955" h="222884">
                  <a:moveTo>
                    <a:pt x="102734" y="50608"/>
                  </a:moveTo>
                  <a:lnTo>
                    <a:pt x="82490" y="50608"/>
                  </a:lnTo>
                  <a:lnTo>
                    <a:pt x="82490" y="0"/>
                  </a:lnTo>
                  <a:lnTo>
                    <a:pt x="274802" y="0"/>
                  </a:lnTo>
                  <a:lnTo>
                    <a:pt x="274802" y="10121"/>
                  </a:lnTo>
                  <a:lnTo>
                    <a:pt x="92614" y="10121"/>
                  </a:lnTo>
                  <a:lnTo>
                    <a:pt x="92614" y="20243"/>
                  </a:lnTo>
                  <a:lnTo>
                    <a:pt x="102734" y="20243"/>
                  </a:lnTo>
                  <a:lnTo>
                    <a:pt x="102734" y="50608"/>
                  </a:lnTo>
                  <a:close/>
                </a:path>
                <a:path w="274955" h="222884">
                  <a:moveTo>
                    <a:pt x="102734" y="20243"/>
                  </a:moveTo>
                  <a:lnTo>
                    <a:pt x="92614" y="20243"/>
                  </a:lnTo>
                  <a:lnTo>
                    <a:pt x="92614" y="10121"/>
                  </a:lnTo>
                  <a:lnTo>
                    <a:pt x="102734" y="10121"/>
                  </a:lnTo>
                  <a:lnTo>
                    <a:pt x="102734" y="20243"/>
                  </a:lnTo>
                  <a:close/>
                </a:path>
                <a:path w="274955" h="222884">
                  <a:moveTo>
                    <a:pt x="254558" y="20243"/>
                  </a:moveTo>
                  <a:lnTo>
                    <a:pt x="102734" y="20243"/>
                  </a:lnTo>
                  <a:lnTo>
                    <a:pt x="102734" y="10121"/>
                  </a:lnTo>
                  <a:lnTo>
                    <a:pt x="254558" y="10121"/>
                  </a:lnTo>
                  <a:lnTo>
                    <a:pt x="254558" y="20243"/>
                  </a:lnTo>
                  <a:close/>
                </a:path>
                <a:path w="274955" h="222884">
                  <a:moveTo>
                    <a:pt x="264681" y="131581"/>
                  </a:moveTo>
                  <a:lnTo>
                    <a:pt x="254558" y="131581"/>
                  </a:lnTo>
                  <a:lnTo>
                    <a:pt x="254558" y="10121"/>
                  </a:lnTo>
                  <a:lnTo>
                    <a:pt x="264681" y="10121"/>
                  </a:lnTo>
                  <a:lnTo>
                    <a:pt x="264681" y="20243"/>
                  </a:lnTo>
                  <a:lnTo>
                    <a:pt x="274802" y="20243"/>
                  </a:lnTo>
                  <a:lnTo>
                    <a:pt x="274802" y="121461"/>
                  </a:lnTo>
                  <a:lnTo>
                    <a:pt x="264681" y="121461"/>
                  </a:lnTo>
                  <a:lnTo>
                    <a:pt x="264681" y="131581"/>
                  </a:lnTo>
                  <a:close/>
                </a:path>
                <a:path w="274955" h="222884">
                  <a:moveTo>
                    <a:pt x="274802" y="20243"/>
                  </a:moveTo>
                  <a:lnTo>
                    <a:pt x="264681" y="20243"/>
                  </a:lnTo>
                  <a:lnTo>
                    <a:pt x="264681" y="10121"/>
                  </a:lnTo>
                  <a:lnTo>
                    <a:pt x="274802" y="10121"/>
                  </a:lnTo>
                  <a:lnTo>
                    <a:pt x="274802" y="20243"/>
                  </a:lnTo>
                  <a:close/>
                </a:path>
                <a:path w="274955" h="222884">
                  <a:moveTo>
                    <a:pt x="62248" y="91096"/>
                  </a:moveTo>
                  <a:lnTo>
                    <a:pt x="42003" y="91096"/>
                  </a:lnTo>
                  <a:lnTo>
                    <a:pt x="42003" y="40487"/>
                  </a:lnTo>
                  <a:lnTo>
                    <a:pt x="82490" y="40487"/>
                  </a:lnTo>
                  <a:lnTo>
                    <a:pt x="82490" y="50608"/>
                  </a:lnTo>
                  <a:lnTo>
                    <a:pt x="52125" y="50608"/>
                  </a:lnTo>
                  <a:lnTo>
                    <a:pt x="52125" y="60730"/>
                  </a:lnTo>
                  <a:lnTo>
                    <a:pt x="62248" y="60730"/>
                  </a:lnTo>
                  <a:lnTo>
                    <a:pt x="62248" y="91096"/>
                  </a:lnTo>
                  <a:close/>
                </a:path>
                <a:path w="274955" h="222884">
                  <a:moveTo>
                    <a:pt x="234316" y="60730"/>
                  </a:moveTo>
                  <a:lnTo>
                    <a:pt x="224194" y="60730"/>
                  </a:lnTo>
                  <a:lnTo>
                    <a:pt x="224194" y="50608"/>
                  </a:lnTo>
                  <a:lnTo>
                    <a:pt x="102734" y="50608"/>
                  </a:lnTo>
                  <a:lnTo>
                    <a:pt x="102734" y="40487"/>
                  </a:lnTo>
                  <a:lnTo>
                    <a:pt x="234316" y="40487"/>
                  </a:lnTo>
                  <a:lnTo>
                    <a:pt x="234316" y="60730"/>
                  </a:lnTo>
                  <a:close/>
                </a:path>
                <a:path w="274955" h="222884">
                  <a:moveTo>
                    <a:pt x="62248" y="60730"/>
                  </a:moveTo>
                  <a:lnTo>
                    <a:pt x="52125" y="60730"/>
                  </a:lnTo>
                  <a:lnTo>
                    <a:pt x="52125" y="50608"/>
                  </a:lnTo>
                  <a:lnTo>
                    <a:pt x="62248" y="50608"/>
                  </a:lnTo>
                  <a:lnTo>
                    <a:pt x="62248" y="60730"/>
                  </a:lnTo>
                  <a:close/>
                </a:path>
                <a:path w="274955" h="222884">
                  <a:moveTo>
                    <a:pt x="214072" y="60730"/>
                  </a:moveTo>
                  <a:lnTo>
                    <a:pt x="62248" y="60730"/>
                  </a:lnTo>
                  <a:lnTo>
                    <a:pt x="62248" y="50608"/>
                  </a:lnTo>
                  <a:lnTo>
                    <a:pt x="214072" y="50608"/>
                  </a:lnTo>
                  <a:lnTo>
                    <a:pt x="214072" y="60730"/>
                  </a:lnTo>
                  <a:close/>
                </a:path>
                <a:path w="274955" h="222884">
                  <a:moveTo>
                    <a:pt x="224194" y="172069"/>
                  </a:moveTo>
                  <a:lnTo>
                    <a:pt x="214072" y="172069"/>
                  </a:lnTo>
                  <a:lnTo>
                    <a:pt x="214072" y="50608"/>
                  </a:lnTo>
                  <a:lnTo>
                    <a:pt x="224194" y="50608"/>
                  </a:lnTo>
                  <a:lnTo>
                    <a:pt x="224194" y="60730"/>
                  </a:lnTo>
                  <a:lnTo>
                    <a:pt x="234316" y="60730"/>
                  </a:lnTo>
                  <a:lnTo>
                    <a:pt x="234316" y="121461"/>
                  </a:lnTo>
                  <a:lnTo>
                    <a:pt x="224194" y="121461"/>
                  </a:lnTo>
                  <a:lnTo>
                    <a:pt x="224194" y="141703"/>
                  </a:lnTo>
                  <a:lnTo>
                    <a:pt x="234316" y="141703"/>
                  </a:lnTo>
                  <a:lnTo>
                    <a:pt x="234316" y="161947"/>
                  </a:lnTo>
                  <a:lnTo>
                    <a:pt x="224194" y="161947"/>
                  </a:lnTo>
                  <a:lnTo>
                    <a:pt x="224194" y="172069"/>
                  </a:lnTo>
                  <a:close/>
                </a:path>
                <a:path w="274955" h="222884">
                  <a:moveTo>
                    <a:pt x="191805" y="222678"/>
                  </a:moveTo>
                  <a:lnTo>
                    <a:pt x="0" y="222678"/>
                  </a:lnTo>
                  <a:lnTo>
                    <a:pt x="0" y="81480"/>
                  </a:lnTo>
                  <a:lnTo>
                    <a:pt x="42003" y="81480"/>
                  </a:lnTo>
                  <a:lnTo>
                    <a:pt x="42003" y="91096"/>
                  </a:lnTo>
                  <a:lnTo>
                    <a:pt x="191805" y="91096"/>
                  </a:lnTo>
                  <a:lnTo>
                    <a:pt x="191805" y="91602"/>
                  </a:lnTo>
                  <a:lnTo>
                    <a:pt x="10120" y="91602"/>
                  </a:lnTo>
                  <a:lnTo>
                    <a:pt x="10120" y="101723"/>
                  </a:lnTo>
                  <a:lnTo>
                    <a:pt x="20243" y="101723"/>
                  </a:lnTo>
                  <a:lnTo>
                    <a:pt x="20243" y="202434"/>
                  </a:lnTo>
                  <a:lnTo>
                    <a:pt x="10120" y="202434"/>
                  </a:lnTo>
                  <a:lnTo>
                    <a:pt x="10120" y="212554"/>
                  </a:lnTo>
                  <a:lnTo>
                    <a:pt x="191805" y="212554"/>
                  </a:lnTo>
                  <a:lnTo>
                    <a:pt x="191805" y="222678"/>
                  </a:lnTo>
                  <a:close/>
                </a:path>
                <a:path w="274955" h="222884">
                  <a:moveTo>
                    <a:pt x="191805" y="91096"/>
                  </a:moveTo>
                  <a:lnTo>
                    <a:pt x="62248" y="91096"/>
                  </a:lnTo>
                  <a:lnTo>
                    <a:pt x="62248" y="81480"/>
                  </a:lnTo>
                  <a:lnTo>
                    <a:pt x="191805" y="81480"/>
                  </a:lnTo>
                  <a:lnTo>
                    <a:pt x="191805" y="91096"/>
                  </a:lnTo>
                  <a:close/>
                </a:path>
                <a:path w="274955" h="222884">
                  <a:moveTo>
                    <a:pt x="20243" y="101723"/>
                  </a:moveTo>
                  <a:lnTo>
                    <a:pt x="10120" y="101723"/>
                  </a:lnTo>
                  <a:lnTo>
                    <a:pt x="10120" y="91602"/>
                  </a:lnTo>
                  <a:lnTo>
                    <a:pt x="20243" y="91602"/>
                  </a:lnTo>
                  <a:lnTo>
                    <a:pt x="20243" y="101723"/>
                  </a:lnTo>
                  <a:close/>
                </a:path>
                <a:path w="274955" h="222884">
                  <a:moveTo>
                    <a:pt x="171561" y="101723"/>
                  </a:moveTo>
                  <a:lnTo>
                    <a:pt x="20243" y="101723"/>
                  </a:lnTo>
                  <a:lnTo>
                    <a:pt x="20243" y="91602"/>
                  </a:lnTo>
                  <a:lnTo>
                    <a:pt x="171561" y="91602"/>
                  </a:lnTo>
                  <a:lnTo>
                    <a:pt x="171561" y="101723"/>
                  </a:lnTo>
                  <a:close/>
                </a:path>
                <a:path w="274955" h="222884">
                  <a:moveTo>
                    <a:pt x="181683" y="212554"/>
                  </a:moveTo>
                  <a:lnTo>
                    <a:pt x="171561" y="212554"/>
                  </a:lnTo>
                  <a:lnTo>
                    <a:pt x="171561" y="91602"/>
                  </a:lnTo>
                  <a:lnTo>
                    <a:pt x="181683" y="91602"/>
                  </a:lnTo>
                  <a:lnTo>
                    <a:pt x="181683" y="101723"/>
                  </a:lnTo>
                  <a:lnTo>
                    <a:pt x="191805" y="101723"/>
                  </a:lnTo>
                  <a:lnTo>
                    <a:pt x="191805" y="161947"/>
                  </a:lnTo>
                  <a:lnTo>
                    <a:pt x="183707" y="161947"/>
                  </a:lnTo>
                  <a:lnTo>
                    <a:pt x="183707" y="182190"/>
                  </a:lnTo>
                  <a:lnTo>
                    <a:pt x="191805" y="182190"/>
                  </a:lnTo>
                  <a:lnTo>
                    <a:pt x="191805" y="202434"/>
                  </a:lnTo>
                  <a:lnTo>
                    <a:pt x="181683" y="202434"/>
                  </a:lnTo>
                  <a:lnTo>
                    <a:pt x="181683" y="212554"/>
                  </a:lnTo>
                  <a:close/>
                </a:path>
                <a:path w="274955" h="222884">
                  <a:moveTo>
                    <a:pt x="191805" y="101723"/>
                  </a:moveTo>
                  <a:lnTo>
                    <a:pt x="181683" y="101723"/>
                  </a:lnTo>
                  <a:lnTo>
                    <a:pt x="181683" y="91602"/>
                  </a:lnTo>
                  <a:lnTo>
                    <a:pt x="191805" y="91602"/>
                  </a:lnTo>
                  <a:lnTo>
                    <a:pt x="191805" y="101723"/>
                  </a:lnTo>
                  <a:close/>
                </a:path>
                <a:path w="274955" h="222884">
                  <a:moveTo>
                    <a:pt x="234316" y="141703"/>
                  </a:moveTo>
                  <a:lnTo>
                    <a:pt x="224194" y="141703"/>
                  </a:lnTo>
                  <a:lnTo>
                    <a:pt x="224194" y="121461"/>
                  </a:lnTo>
                  <a:lnTo>
                    <a:pt x="234316" y="121461"/>
                  </a:lnTo>
                  <a:lnTo>
                    <a:pt x="234316" y="141703"/>
                  </a:lnTo>
                  <a:close/>
                </a:path>
                <a:path w="274955" h="222884">
                  <a:moveTo>
                    <a:pt x="274802" y="141703"/>
                  </a:moveTo>
                  <a:lnTo>
                    <a:pt x="234316" y="141703"/>
                  </a:lnTo>
                  <a:lnTo>
                    <a:pt x="234316" y="121461"/>
                  </a:lnTo>
                  <a:lnTo>
                    <a:pt x="254558" y="121461"/>
                  </a:lnTo>
                  <a:lnTo>
                    <a:pt x="254558" y="131581"/>
                  </a:lnTo>
                  <a:lnTo>
                    <a:pt x="274802" y="131581"/>
                  </a:lnTo>
                  <a:lnTo>
                    <a:pt x="274802" y="141703"/>
                  </a:lnTo>
                  <a:close/>
                </a:path>
                <a:path w="274955" h="222884">
                  <a:moveTo>
                    <a:pt x="274802" y="131581"/>
                  </a:moveTo>
                  <a:lnTo>
                    <a:pt x="264681" y="131581"/>
                  </a:lnTo>
                  <a:lnTo>
                    <a:pt x="264681" y="121461"/>
                  </a:lnTo>
                  <a:lnTo>
                    <a:pt x="274802" y="121461"/>
                  </a:lnTo>
                  <a:lnTo>
                    <a:pt x="274802" y="131581"/>
                  </a:lnTo>
                  <a:close/>
                </a:path>
                <a:path w="274955" h="222884">
                  <a:moveTo>
                    <a:pt x="191805" y="182190"/>
                  </a:moveTo>
                  <a:lnTo>
                    <a:pt x="183707" y="182190"/>
                  </a:lnTo>
                  <a:lnTo>
                    <a:pt x="183707" y="161947"/>
                  </a:lnTo>
                  <a:lnTo>
                    <a:pt x="191805" y="161947"/>
                  </a:lnTo>
                  <a:lnTo>
                    <a:pt x="191805" y="182190"/>
                  </a:lnTo>
                  <a:close/>
                </a:path>
                <a:path w="274955" h="222884">
                  <a:moveTo>
                    <a:pt x="234316" y="182190"/>
                  </a:moveTo>
                  <a:lnTo>
                    <a:pt x="191805" y="182190"/>
                  </a:lnTo>
                  <a:lnTo>
                    <a:pt x="191805" y="161947"/>
                  </a:lnTo>
                  <a:lnTo>
                    <a:pt x="214072" y="161947"/>
                  </a:lnTo>
                  <a:lnTo>
                    <a:pt x="214072" y="172069"/>
                  </a:lnTo>
                  <a:lnTo>
                    <a:pt x="234316" y="172069"/>
                  </a:lnTo>
                  <a:lnTo>
                    <a:pt x="234316" y="182190"/>
                  </a:lnTo>
                  <a:close/>
                </a:path>
                <a:path w="274955" h="222884">
                  <a:moveTo>
                    <a:pt x="234316" y="172069"/>
                  </a:moveTo>
                  <a:lnTo>
                    <a:pt x="224194" y="172069"/>
                  </a:lnTo>
                  <a:lnTo>
                    <a:pt x="224194" y="161947"/>
                  </a:lnTo>
                  <a:lnTo>
                    <a:pt x="234316" y="161947"/>
                  </a:lnTo>
                  <a:lnTo>
                    <a:pt x="234316" y="172069"/>
                  </a:lnTo>
                  <a:close/>
                </a:path>
                <a:path w="274955" h="222884">
                  <a:moveTo>
                    <a:pt x="20243" y="212554"/>
                  </a:moveTo>
                  <a:lnTo>
                    <a:pt x="10120" y="212554"/>
                  </a:lnTo>
                  <a:lnTo>
                    <a:pt x="10120" y="202434"/>
                  </a:lnTo>
                  <a:lnTo>
                    <a:pt x="20243" y="202434"/>
                  </a:lnTo>
                  <a:lnTo>
                    <a:pt x="20243" y="212554"/>
                  </a:lnTo>
                  <a:close/>
                </a:path>
                <a:path w="274955" h="222884">
                  <a:moveTo>
                    <a:pt x="171561" y="212554"/>
                  </a:moveTo>
                  <a:lnTo>
                    <a:pt x="20243" y="212554"/>
                  </a:lnTo>
                  <a:lnTo>
                    <a:pt x="20243" y="202434"/>
                  </a:lnTo>
                  <a:lnTo>
                    <a:pt x="171561" y="202434"/>
                  </a:lnTo>
                  <a:lnTo>
                    <a:pt x="171561" y="212554"/>
                  </a:lnTo>
                  <a:close/>
                </a:path>
                <a:path w="274955" h="222884">
                  <a:moveTo>
                    <a:pt x="191805" y="212554"/>
                  </a:moveTo>
                  <a:lnTo>
                    <a:pt x="181683" y="212554"/>
                  </a:lnTo>
                  <a:lnTo>
                    <a:pt x="181683" y="202434"/>
                  </a:lnTo>
                  <a:lnTo>
                    <a:pt x="191805" y="202434"/>
                  </a:lnTo>
                  <a:lnTo>
                    <a:pt x="191805" y="212554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16833" y="9501112"/>
              <a:ext cx="810260" cy="152400"/>
            </a:xfrm>
            <a:custGeom>
              <a:avLst/>
              <a:gdLst/>
              <a:ahLst/>
              <a:cxnLst/>
              <a:rect l="l" t="t" r="r" b="b"/>
              <a:pathLst>
                <a:path w="810259" h="152400">
                  <a:moveTo>
                    <a:pt x="101216" y="151825"/>
                  </a:moveTo>
                  <a:lnTo>
                    <a:pt x="0" y="75911"/>
                  </a:lnTo>
                  <a:lnTo>
                    <a:pt x="101216" y="0"/>
                  </a:lnTo>
                  <a:lnTo>
                    <a:pt x="101216" y="151825"/>
                  </a:lnTo>
                  <a:close/>
                </a:path>
                <a:path w="810259" h="152400">
                  <a:moveTo>
                    <a:pt x="708517" y="151825"/>
                  </a:moveTo>
                  <a:lnTo>
                    <a:pt x="708517" y="0"/>
                  </a:lnTo>
                  <a:lnTo>
                    <a:pt x="809733" y="75911"/>
                  </a:lnTo>
                  <a:lnTo>
                    <a:pt x="708517" y="151825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081635" y="9461131"/>
            <a:ext cx="810260" cy="233045"/>
            <a:chOff x="14081635" y="9461131"/>
            <a:chExt cx="810260" cy="233045"/>
          </a:xfrm>
        </p:grpSpPr>
        <p:sp>
          <p:nvSpPr>
            <p:cNvPr id="9" name="object 9"/>
            <p:cNvSpPr/>
            <p:nvPr/>
          </p:nvSpPr>
          <p:spPr>
            <a:xfrm>
              <a:off x="14435893" y="9511740"/>
              <a:ext cx="152400" cy="30480"/>
            </a:xfrm>
            <a:custGeom>
              <a:avLst/>
              <a:gdLst/>
              <a:ahLst/>
              <a:cxnLst/>
              <a:rect l="l" t="t" r="r" b="b"/>
              <a:pathLst>
                <a:path w="152400" h="30479">
                  <a:moveTo>
                    <a:pt x="151824" y="30363"/>
                  </a:moveTo>
                  <a:lnTo>
                    <a:pt x="0" y="30363"/>
                  </a:lnTo>
                  <a:lnTo>
                    <a:pt x="0" y="0"/>
                  </a:lnTo>
                  <a:lnTo>
                    <a:pt x="151824" y="0"/>
                  </a:lnTo>
                  <a:lnTo>
                    <a:pt x="151824" y="30363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81634" y="9461131"/>
              <a:ext cx="810260" cy="233045"/>
            </a:xfrm>
            <a:custGeom>
              <a:avLst/>
              <a:gdLst/>
              <a:ahLst/>
              <a:cxnLst/>
              <a:rect l="l" t="t" r="r" b="b"/>
              <a:pathLst>
                <a:path w="810259" h="233045">
                  <a:moveTo>
                    <a:pt x="101206" y="39992"/>
                  </a:moveTo>
                  <a:lnTo>
                    <a:pt x="0" y="115900"/>
                  </a:lnTo>
                  <a:lnTo>
                    <a:pt x="101206" y="191808"/>
                  </a:lnTo>
                  <a:lnTo>
                    <a:pt x="101206" y="39992"/>
                  </a:lnTo>
                  <a:close/>
                </a:path>
                <a:path w="810259" h="233045">
                  <a:moveTo>
                    <a:pt x="455472" y="151828"/>
                  </a:moveTo>
                  <a:lnTo>
                    <a:pt x="303644" y="151828"/>
                  </a:lnTo>
                  <a:lnTo>
                    <a:pt x="303644" y="182194"/>
                  </a:lnTo>
                  <a:lnTo>
                    <a:pt x="455472" y="182194"/>
                  </a:lnTo>
                  <a:lnTo>
                    <a:pt x="455472" y="151828"/>
                  </a:lnTo>
                  <a:close/>
                </a:path>
                <a:path w="810259" h="233045">
                  <a:moveTo>
                    <a:pt x="455472" y="0"/>
                  </a:moveTo>
                  <a:lnTo>
                    <a:pt x="303644" y="0"/>
                  </a:lnTo>
                  <a:lnTo>
                    <a:pt x="303644" y="30365"/>
                  </a:lnTo>
                  <a:lnTo>
                    <a:pt x="455472" y="30365"/>
                  </a:lnTo>
                  <a:lnTo>
                    <a:pt x="455472" y="0"/>
                  </a:lnTo>
                  <a:close/>
                </a:path>
                <a:path w="810259" h="233045">
                  <a:moveTo>
                    <a:pt x="506082" y="202438"/>
                  </a:moveTo>
                  <a:lnTo>
                    <a:pt x="354253" y="202438"/>
                  </a:lnTo>
                  <a:lnTo>
                    <a:pt x="354253" y="232803"/>
                  </a:lnTo>
                  <a:lnTo>
                    <a:pt x="506082" y="232803"/>
                  </a:lnTo>
                  <a:lnTo>
                    <a:pt x="506082" y="202438"/>
                  </a:lnTo>
                  <a:close/>
                </a:path>
                <a:path w="810259" h="233045">
                  <a:moveTo>
                    <a:pt x="506082" y="101219"/>
                  </a:moveTo>
                  <a:lnTo>
                    <a:pt x="354253" y="101219"/>
                  </a:lnTo>
                  <a:lnTo>
                    <a:pt x="354253" y="131584"/>
                  </a:lnTo>
                  <a:lnTo>
                    <a:pt x="506082" y="131584"/>
                  </a:lnTo>
                  <a:lnTo>
                    <a:pt x="506082" y="101219"/>
                  </a:lnTo>
                  <a:close/>
                </a:path>
                <a:path w="810259" h="233045">
                  <a:moveTo>
                    <a:pt x="809726" y="115900"/>
                  </a:moveTo>
                  <a:lnTo>
                    <a:pt x="708507" y="39992"/>
                  </a:lnTo>
                  <a:lnTo>
                    <a:pt x="708507" y="191808"/>
                  </a:lnTo>
                  <a:lnTo>
                    <a:pt x="809726" y="115900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145928" y="9461131"/>
            <a:ext cx="810260" cy="233045"/>
            <a:chOff x="15145928" y="9461131"/>
            <a:chExt cx="810260" cy="233045"/>
          </a:xfrm>
        </p:grpSpPr>
        <p:sp>
          <p:nvSpPr>
            <p:cNvPr id="12" name="object 12"/>
            <p:cNvSpPr/>
            <p:nvPr/>
          </p:nvSpPr>
          <p:spPr>
            <a:xfrm>
              <a:off x="15449576" y="9461131"/>
              <a:ext cx="202565" cy="132080"/>
            </a:xfrm>
            <a:custGeom>
              <a:avLst/>
              <a:gdLst/>
              <a:ahLst/>
              <a:cxnLst/>
              <a:rect l="l" t="t" r="r" b="b"/>
              <a:pathLst>
                <a:path w="202565" h="132079">
                  <a:moveTo>
                    <a:pt x="151815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151815" y="30365"/>
                  </a:lnTo>
                  <a:lnTo>
                    <a:pt x="151815" y="0"/>
                  </a:lnTo>
                  <a:close/>
                </a:path>
                <a:path w="202565" h="132079">
                  <a:moveTo>
                    <a:pt x="202425" y="101219"/>
                  </a:moveTo>
                  <a:lnTo>
                    <a:pt x="50609" y="101219"/>
                  </a:lnTo>
                  <a:lnTo>
                    <a:pt x="50609" y="131584"/>
                  </a:lnTo>
                  <a:lnTo>
                    <a:pt x="202425" y="131584"/>
                  </a:lnTo>
                  <a:lnTo>
                    <a:pt x="202425" y="101219"/>
                  </a:lnTo>
                  <a:close/>
                </a:path>
                <a:path w="202565" h="132079">
                  <a:moveTo>
                    <a:pt x="202425" y="50609"/>
                  </a:moveTo>
                  <a:lnTo>
                    <a:pt x="50609" y="50609"/>
                  </a:lnTo>
                  <a:lnTo>
                    <a:pt x="50609" y="80975"/>
                  </a:lnTo>
                  <a:lnTo>
                    <a:pt x="202425" y="80975"/>
                  </a:lnTo>
                  <a:lnTo>
                    <a:pt x="202425" y="50609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145919" y="9501123"/>
              <a:ext cx="810260" cy="193040"/>
            </a:xfrm>
            <a:custGeom>
              <a:avLst/>
              <a:gdLst/>
              <a:ahLst/>
              <a:cxnLst/>
              <a:rect l="l" t="t" r="r" b="b"/>
              <a:pathLst>
                <a:path w="810259" h="193040">
                  <a:moveTo>
                    <a:pt x="101219" y="0"/>
                  </a:moveTo>
                  <a:lnTo>
                    <a:pt x="0" y="75907"/>
                  </a:lnTo>
                  <a:lnTo>
                    <a:pt x="101219" y="151815"/>
                  </a:lnTo>
                  <a:lnTo>
                    <a:pt x="101219" y="0"/>
                  </a:lnTo>
                  <a:close/>
                </a:path>
                <a:path w="810259" h="193040">
                  <a:moveTo>
                    <a:pt x="455472" y="111836"/>
                  </a:moveTo>
                  <a:lnTo>
                    <a:pt x="303657" y="111836"/>
                  </a:lnTo>
                  <a:lnTo>
                    <a:pt x="303657" y="142201"/>
                  </a:lnTo>
                  <a:lnTo>
                    <a:pt x="455472" y="142201"/>
                  </a:lnTo>
                  <a:lnTo>
                    <a:pt x="455472" y="111836"/>
                  </a:lnTo>
                  <a:close/>
                </a:path>
                <a:path w="810259" h="193040">
                  <a:moveTo>
                    <a:pt x="506082" y="162445"/>
                  </a:moveTo>
                  <a:lnTo>
                    <a:pt x="354266" y="162445"/>
                  </a:lnTo>
                  <a:lnTo>
                    <a:pt x="354266" y="192811"/>
                  </a:lnTo>
                  <a:lnTo>
                    <a:pt x="506082" y="192811"/>
                  </a:lnTo>
                  <a:lnTo>
                    <a:pt x="506082" y="162445"/>
                  </a:lnTo>
                  <a:close/>
                </a:path>
                <a:path w="810259" h="193040">
                  <a:moveTo>
                    <a:pt x="809739" y="75907"/>
                  </a:moveTo>
                  <a:lnTo>
                    <a:pt x="708520" y="0"/>
                  </a:lnTo>
                  <a:lnTo>
                    <a:pt x="708520" y="151815"/>
                  </a:lnTo>
                  <a:lnTo>
                    <a:pt x="809739" y="75907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6513861" y="9461131"/>
            <a:ext cx="202565" cy="233045"/>
          </a:xfrm>
          <a:custGeom>
            <a:avLst/>
            <a:gdLst/>
            <a:ahLst/>
            <a:cxnLst/>
            <a:rect l="l" t="t" r="r" b="b"/>
            <a:pathLst>
              <a:path w="202565" h="233045">
                <a:moveTo>
                  <a:pt x="151828" y="151828"/>
                </a:moveTo>
                <a:lnTo>
                  <a:pt x="0" y="151828"/>
                </a:lnTo>
                <a:lnTo>
                  <a:pt x="0" y="182194"/>
                </a:lnTo>
                <a:lnTo>
                  <a:pt x="151828" y="182194"/>
                </a:lnTo>
                <a:lnTo>
                  <a:pt x="151828" y="151828"/>
                </a:lnTo>
                <a:close/>
              </a:path>
              <a:path w="202565" h="233045">
                <a:moveTo>
                  <a:pt x="151828" y="0"/>
                </a:moveTo>
                <a:lnTo>
                  <a:pt x="0" y="0"/>
                </a:lnTo>
                <a:lnTo>
                  <a:pt x="0" y="30365"/>
                </a:lnTo>
                <a:lnTo>
                  <a:pt x="151828" y="30365"/>
                </a:lnTo>
                <a:lnTo>
                  <a:pt x="151828" y="0"/>
                </a:lnTo>
                <a:close/>
              </a:path>
              <a:path w="202565" h="233045">
                <a:moveTo>
                  <a:pt x="202438" y="202438"/>
                </a:moveTo>
                <a:lnTo>
                  <a:pt x="50609" y="202438"/>
                </a:lnTo>
                <a:lnTo>
                  <a:pt x="50609" y="232803"/>
                </a:lnTo>
                <a:lnTo>
                  <a:pt x="202438" y="232803"/>
                </a:lnTo>
                <a:lnTo>
                  <a:pt x="202438" y="202438"/>
                </a:lnTo>
                <a:close/>
              </a:path>
              <a:path w="202565" h="233045">
                <a:moveTo>
                  <a:pt x="202438" y="101219"/>
                </a:moveTo>
                <a:lnTo>
                  <a:pt x="50609" y="101219"/>
                </a:lnTo>
                <a:lnTo>
                  <a:pt x="50609" y="131584"/>
                </a:lnTo>
                <a:lnTo>
                  <a:pt x="202438" y="131584"/>
                </a:lnTo>
                <a:lnTo>
                  <a:pt x="202438" y="101219"/>
                </a:lnTo>
                <a:close/>
              </a:path>
              <a:path w="202565" h="233045">
                <a:moveTo>
                  <a:pt x="202438" y="50609"/>
                </a:moveTo>
                <a:lnTo>
                  <a:pt x="50609" y="50609"/>
                </a:lnTo>
                <a:lnTo>
                  <a:pt x="50609" y="80975"/>
                </a:lnTo>
                <a:lnTo>
                  <a:pt x="202438" y="80975"/>
                </a:lnTo>
                <a:lnTo>
                  <a:pt x="202438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7202652" y="9465685"/>
            <a:ext cx="953135" cy="223520"/>
            <a:chOff x="17202652" y="9465685"/>
            <a:chExt cx="953135" cy="22352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2722" y="9481881"/>
              <a:ext cx="209012" cy="2069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202652" y="9465685"/>
              <a:ext cx="953135" cy="222885"/>
            </a:xfrm>
            <a:custGeom>
              <a:avLst/>
              <a:gdLst/>
              <a:ahLst/>
              <a:cxnLst/>
              <a:rect l="l" t="t" r="r" b="b"/>
              <a:pathLst>
                <a:path w="953134" h="222884">
                  <a:moveTo>
                    <a:pt x="71874" y="117994"/>
                  </a:moveTo>
                  <a:lnTo>
                    <a:pt x="62490" y="110149"/>
                  </a:lnTo>
                  <a:lnTo>
                    <a:pt x="71034" y="68108"/>
                  </a:lnTo>
                  <a:lnTo>
                    <a:pt x="94954" y="32705"/>
                  </a:lnTo>
                  <a:lnTo>
                    <a:pt x="130356" y="8785"/>
                  </a:lnTo>
                  <a:lnTo>
                    <a:pt x="173587" y="0"/>
                  </a:lnTo>
                  <a:lnTo>
                    <a:pt x="216817" y="8785"/>
                  </a:lnTo>
                  <a:lnTo>
                    <a:pt x="233775" y="20243"/>
                  </a:lnTo>
                  <a:lnTo>
                    <a:pt x="173587" y="20243"/>
                  </a:lnTo>
                  <a:lnTo>
                    <a:pt x="138216" y="27431"/>
                  </a:lnTo>
                  <a:lnTo>
                    <a:pt x="109251" y="47002"/>
                  </a:lnTo>
                  <a:lnTo>
                    <a:pt x="89679" y="75968"/>
                  </a:lnTo>
                  <a:lnTo>
                    <a:pt x="83027" y="108700"/>
                  </a:lnTo>
                  <a:lnTo>
                    <a:pt x="71874" y="117994"/>
                  </a:lnTo>
                  <a:close/>
                </a:path>
                <a:path w="953134" h="222884">
                  <a:moveTo>
                    <a:pt x="173587" y="222678"/>
                  </a:moveTo>
                  <a:lnTo>
                    <a:pt x="163465" y="218122"/>
                  </a:lnTo>
                  <a:lnTo>
                    <a:pt x="168020" y="202434"/>
                  </a:lnTo>
                  <a:lnTo>
                    <a:pt x="173587" y="202434"/>
                  </a:lnTo>
                  <a:lnTo>
                    <a:pt x="208530" y="195246"/>
                  </a:lnTo>
                  <a:lnTo>
                    <a:pt x="237543" y="175674"/>
                  </a:lnTo>
                  <a:lnTo>
                    <a:pt x="257351" y="146709"/>
                  </a:lnTo>
                  <a:lnTo>
                    <a:pt x="264681" y="111338"/>
                  </a:lnTo>
                  <a:lnTo>
                    <a:pt x="257494" y="75968"/>
                  </a:lnTo>
                  <a:lnTo>
                    <a:pt x="237923" y="47002"/>
                  </a:lnTo>
                  <a:lnTo>
                    <a:pt x="208958" y="27431"/>
                  </a:lnTo>
                  <a:lnTo>
                    <a:pt x="173587" y="20243"/>
                  </a:lnTo>
                  <a:lnTo>
                    <a:pt x="233775" y="20243"/>
                  </a:lnTo>
                  <a:lnTo>
                    <a:pt x="252220" y="32705"/>
                  </a:lnTo>
                  <a:lnTo>
                    <a:pt x="276141" y="68108"/>
                  </a:lnTo>
                  <a:lnTo>
                    <a:pt x="284927" y="111338"/>
                  </a:lnTo>
                  <a:lnTo>
                    <a:pt x="275999" y="154569"/>
                  </a:lnTo>
                  <a:lnTo>
                    <a:pt x="251841" y="189971"/>
                  </a:lnTo>
                  <a:lnTo>
                    <a:pt x="216391" y="213892"/>
                  </a:lnTo>
                  <a:lnTo>
                    <a:pt x="173587" y="222678"/>
                  </a:lnTo>
                  <a:close/>
                </a:path>
                <a:path w="953134" h="222884">
                  <a:moveTo>
                    <a:pt x="72370" y="144741"/>
                  </a:moveTo>
                  <a:lnTo>
                    <a:pt x="5060" y="88566"/>
                  </a:lnTo>
                  <a:lnTo>
                    <a:pt x="0" y="78442"/>
                  </a:lnTo>
                  <a:lnTo>
                    <a:pt x="13663" y="69334"/>
                  </a:lnTo>
                  <a:lnTo>
                    <a:pt x="62490" y="110149"/>
                  </a:lnTo>
                  <a:lnTo>
                    <a:pt x="62248" y="111338"/>
                  </a:lnTo>
                  <a:lnTo>
                    <a:pt x="62248" y="116906"/>
                  </a:lnTo>
                  <a:lnTo>
                    <a:pt x="70355" y="119260"/>
                  </a:lnTo>
                  <a:lnTo>
                    <a:pt x="65285" y="123485"/>
                  </a:lnTo>
                  <a:lnTo>
                    <a:pt x="71864" y="131075"/>
                  </a:lnTo>
                  <a:lnTo>
                    <a:pt x="88744" y="131075"/>
                  </a:lnTo>
                  <a:lnTo>
                    <a:pt x="72370" y="144741"/>
                  </a:lnTo>
                  <a:close/>
                </a:path>
                <a:path w="953134" h="222884">
                  <a:moveTo>
                    <a:pt x="100264" y="121461"/>
                  </a:moveTo>
                  <a:lnTo>
                    <a:pt x="77937" y="121461"/>
                  </a:lnTo>
                  <a:lnTo>
                    <a:pt x="82491" y="111338"/>
                  </a:lnTo>
                  <a:lnTo>
                    <a:pt x="83027" y="108700"/>
                  </a:lnTo>
                  <a:lnTo>
                    <a:pt x="126015" y="72876"/>
                  </a:lnTo>
                  <a:lnTo>
                    <a:pt x="136642" y="69840"/>
                  </a:lnTo>
                  <a:lnTo>
                    <a:pt x="143221" y="84516"/>
                  </a:lnTo>
                  <a:lnTo>
                    <a:pt x="139679" y="88566"/>
                  </a:lnTo>
                  <a:lnTo>
                    <a:pt x="100264" y="121461"/>
                  </a:lnTo>
                  <a:close/>
                </a:path>
                <a:path w="953134" h="222884">
                  <a:moveTo>
                    <a:pt x="77937" y="121461"/>
                  </a:moveTo>
                  <a:lnTo>
                    <a:pt x="75004" y="120609"/>
                  </a:lnTo>
                  <a:lnTo>
                    <a:pt x="71874" y="117994"/>
                  </a:lnTo>
                  <a:lnTo>
                    <a:pt x="83027" y="108700"/>
                  </a:lnTo>
                  <a:lnTo>
                    <a:pt x="82491" y="111338"/>
                  </a:lnTo>
                  <a:lnTo>
                    <a:pt x="77937" y="121461"/>
                  </a:lnTo>
                  <a:close/>
                </a:path>
                <a:path w="953134" h="222884">
                  <a:moveTo>
                    <a:pt x="70355" y="119260"/>
                  </a:moveTo>
                  <a:lnTo>
                    <a:pt x="62248" y="116906"/>
                  </a:lnTo>
                  <a:lnTo>
                    <a:pt x="62248" y="111338"/>
                  </a:lnTo>
                  <a:lnTo>
                    <a:pt x="62490" y="110149"/>
                  </a:lnTo>
                  <a:lnTo>
                    <a:pt x="71874" y="117994"/>
                  </a:lnTo>
                  <a:lnTo>
                    <a:pt x="70355" y="119260"/>
                  </a:lnTo>
                  <a:close/>
                </a:path>
                <a:path w="953134" h="222884">
                  <a:moveTo>
                    <a:pt x="75004" y="120609"/>
                  </a:moveTo>
                  <a:lnTo>
                    <a:pt x="70355" y="119260"/>
                  </a:lnTo>
                  <a:lnTo>
                    <a:pt x="71874" y="117994"/>
                  </a:lnTo>
                  <a:lnTo>
                    <a:pt x="75004" y="120609"/>
                  </a:lnTo>
                  <a:close/>
                </a:path>
                <a:path w="953134" h="222884">
                  <a:moveTo>
                    <a:pt x="71864" y="131075"/>
                  </a:moveTo>
                  <a:lnTo>
                    <a:pt x="65285" y="123485"/>
                  </a:lnTo>
                  <a:lnTo>
                    <a:pt x="70355" y="119260"/>
                  </a:lnTo>
                  <a:lnTo>
                    <a:pt x="75004" y="120609"/>
                  </a:lnTo>
                  <a:lnTo>
                    <a:pt x="78444" y="123485"/>
                  </a:lnTo>
                  <a:lnTo>
                    <a:pt x="71864" y="131075"/>
                  </a:lnTo>
                  <a:close/>
                </a:path>
                <a:path w="953134" h="222884">
                  <a:moveTo>
                    <a:pt x="88744" y="131075"/>
                  </a:moveTo>
                  <a:lnTo>
                    <a:pt x="71864" y="131075"/>
                  </a:lnTo>
                  <a:lnTo>
                    <a:pt x="78444" y="123485"/>
                  </a:lnTo>
                  <a:lnTo>
                    <a:pt x="75004" y="120609"/>
                  </a:lnTo>
                  <a:lnTo>
                    <a:pt x="77937" y="121461"/>
                  </a:lnTo>
                  <a:lnTo>
                    <a:pt x="100264" y="121461"/>
                  </a:lnTo>
                  <a:lnTo>
                    <a:pt x="88744" y="131075"/>
                  </a:lnTo>
                  <a:close/>
                </a:path>
                <a:path w="953134" h="222884">
                  <a:moveTo>
                    <a:pt x="786454" y="222678"/>
                  </a:moveTo>
                  <a:lnTo>
                    <a:pt x="780887" y="222678"/>
                  </a:lnTo>
                  <a:lnTo>
                    <a:pt x="737657" y="213892"/>
                  </a:lnTo>
                  <a:lnTo>
                    <a:pt x="702255" y="189971"/>
                  </a:lnTo>
                  <a:lnTo>
                    <a:pt x="678334" y="154569"/>
                  </a:lnTo>
                  <a:lnTo>
                    <a:pt x="669549" y="111338"/>
                  </a:lnTo>
                  <a:lnTo>
                    <a:pt x="678334" y="68108"/>
                  </a:lnTo>
                  <a:lnTo>
                    <a:pt x="702255" y="32705"/>
                  </a:lnTo>
                  <a:lnTo>
                    <a:pt x="737657" y="8785"/>
                  </a:lnTo>
                  <a:lnTo>
                    <a:pt x="780887" y="0"/>
                  </a:lnTo>
                  <a:lnTo>
                    <a:pt x="780887" y="10121"/>
                  </a:lnTo>
                  <a:lnTo>
                    <a:pt x="826096" y="10121"/>
                  </a:lnTo>
                  <a:lnTo>
                    <a:pt x="841076" y="20243"/>
                  </a:lnTo>
                  <a:lnTo>
                    <a:pt x="780887" y="20243"/>
                  </a:lnTo>
                  <a:lnTo>
                    <a:pt x="745517" y="27431"/>
                  </a:lnTo>
                  <a:lnTo>
                    <a:pt x="716552" y="47002"/>
                  </a:lnTo>
                  <a:lnTo>
                    <a:pt x="696981" y="75968"/>
                  </a:lnTo>
                  <a:lnTo>
                    <a:pt x="689793" y="111338"/>
                  </a:lnTo>
                  <a:lnTo>
                    <a:pt x="696981" y="146709"/>
                  </a:lnTo>
                  <a:lnTo>
                    <a:pt x="716552" y="175674"/>
                  </a:lnTo>
                  <a:lnTo>
                    <a:pt x="745517" y="195246"/>
                  </a:lnTo>
                  <a:lnTo>
                    <a:pt x="780887" y="202434"/>
                  </a:lnTo>
                  <a:lnTo>
                    <a:pt x="791009" y="206988"/>
                  </a:lnTo>
                  <a:lnTo>
                    <a:pt x="786454" y="222678"/>
                  </a:lnTo>
                  <a:close/>
                </a:path>
                <a:path w="953134" h="222884">
                  <a:moveTo>
                    <a:pt x="826096" y="10121"/>
                  </a:moveTo>
                  <a:lnTo>
                    <a:pt x="780887" y="10121"/>
                  </a:lnTo>
                  <a:lnTo>
                    <a:pt x="780887" y="0"/>
                  </a:lnTo>
                  <a:lnTo>
                    <a:pt x="824118" y="8785"/>
                  </a:lnTo>
                  <a:lnTo>
                    <a:pt x="826096" y="10121"/>
                  </a:lnTo>
                  <a:close/>
                </a:path>
                <a:path w="953134" h="222884">
                  <a:moveTo>
                    <a:pt x="881609" y="117994"/>
                  </a:moveTo>
                  <a:lnTo>
                    <a:pt x="871643" y="109664"/>
                  </a:lnTo>
                  <a:lnTo>
                    <a:pt x="864795" y="75968"/>
                  </a:lnTo>
                  <a:lnTo>
                    <a:pt x="845223" y="47002"/>
                  </a:lnTo>
                  <a:lnTo>
                    <a:pt x="816258" y="27431"/>
                  </a:lnTo>
                  <a:lnTo>
                    <a:pt x="780887" y="20243"/>
                  </a:lnTo>
                  <a:lnTo>
                    <a:pt x="841076" y="20243"/>
                  </a:lnTo>
                  <a:lnTo>
                    <a:pt x="859520" y="32705"/>
                  </a:lnTo>
                  <a:lnTo>
                    <a:pt x="883440" y="68108"/>
                  </a:lnTo>
                  <a:lnTo>
                    <a:pt x="891845" y="109464"/>
                  </a:lnTo>
                  <a:lnTo>
                    <a:pt x="881609" y="117994"/>
                  </a:lnTo>
                  <a:close/>
                </a:path>
                <a:path w="953134" h="222884">
                  <a:moveTo>
                    <a:pt x="882104" y="144741"/>
                  </a:moveTo>
                  <a:lnTo>
                    <a:pt x="814795" y="88566"/>
                  </a:lnTo>
                  <a:lnTo>
                    <a:pt x="809735" y="78442"/>
                  </a:lnTo>
                  <a:lnTo>
                    <a:pt x="823399" y="69334"/>
                  </a:lnTo>
                  <a:lnTo>
                    <a:pt x="871643" y="109664"/>
                  </a:lnTo>
                  <a:lnTo>
                    <a:pt x="871983" y="111338"/>
                  </a:lnTo>
                  <a:lnTo>
                    <a:pt x="871983" y="116906"/>
                  </a:lnTo>
                  <a:lnTo>
                    <a:pt x="880090" y="119260"/>
                  </a:lnTo>
                  <a:lnTo>
                    <a:pt x="875020" y="123485"/>
                  </a:lnTo>
                  <a:lnTo>
                    <a:pt x="881598" y="131075"/>
                  </a:lnTo>
                  <a:lnTo>
                    <a:pt x="898478" y="131075"/>
                  </a:lnTo>
                  <a:lnTo>
                    <a:pt x="882104" y="144741"/>
                  </a:lnTo>
                  <a:close/>
                </a:path>
                <a:path w="953134" h="222884">
                  <a:moveTo>
                    <a:pt x="909998" y="121461"/>
                  </a:moveTo>
                  <a:lnTo>
                    <a:pt x="887670" y="121461"/>
                  </a:lnTo>
                  <a:lnTo>
                    <a:pt x="892226" y="111338"/>
                  </a:lnTo>
                  <a:lnTo>
                    <a:pt x="891885" y="109664"/>
                  </a:lnTo>
                  <a:lnTo>
                    <a:pt x="891845" y="109464"/>
                  </a:lnTo>
                  <a:lnTo>
                    <a:pt x="935749" y="72876"/>
                  </a:lnTo>
                  <a:lnTo>
                    <a:pt x="946377" y="69840"/>
                  </a:lnTo>
                  <a:lnTo>
                    <a:pt x="952955" y="84516"/>
                  </a:lnTo>
                  <a:lnTo>
                    <a:pt x="949414" y="88566"/>
                  </a:lnTo>
                  <a:lnTo>
                    <a:pt x="909998" y="121461"/>
                  </a:lnTo>
                  <a:close/>
                </a:path>
                <a:path w="953134" h="222884">
                  <a:moveTo>
                    <a:pt x="887670" y="121461"/>
                  </a:moveTo>
                  <a:lnTo>
                    <a:pt x="884737" y="120609"/>
                  </a:lnTo>
                  <a:lnTo>
                    <a:pt x="881609" y="117994"/>
                  </a:lnTo>
                  <a:lnTo>
                    <a:pt x="891845" y="109464"/>
                  </a:lnTo>
                  <a:lnTo>
                    <a:pt x="892226" y="111338"/>
                  </a:lnTo>
                  <a:lnTo>
                    <a:pt x="887670" y="121461"/>
                  </a:lnTo>
                  <a:close/>
                </a:path>
                <a:path w="953134" h="222884">
                  <a:moveTo>
                    <a:pt x="880090" y="119260"/>
                  </a:moveTo>
                  <a:lnTo>
                    <a:pt x="871983" y="116906"/>
                  </a:lnTo>
                  <a:lnTo>
                    <a:pt x="871983" y="111338"/>
                  </a:lnTo>
                  <a:lnTo>
                    <a:pt x="871643" y="109664"/>
                  </a:lnTo>
                  <a:lnTo>
                    <a:pt x="881609" y="117994"/>
                  </a:lnTo>
                  <a:lnTo>
                    <a:pt x="880090" y="119260"/>
                  </a:lnTo>
                  <a:close/>
                </a:path>
                <a:path w="953134" h="222884">
                  <a:moveTo>
                    <a:pt x="884737" y="120609"/>
                  </a:moveTo>
                  <a:lnTo>
                    <a:pt x="880090" y="119260"/>
                  </a:lnTo>
                  <a:lnTo>
                    <a:pt x="881609" y="117994"/>
                  </a:lnTo>
                  <a:lnTo>
                    <a:pt x="884737" y="120609"/>
                  </a:lnTo>
                  <a:close/>
                </a:path>
                <a:path w="953134" h="222884">
                  <a:moveTo>
                    <a:pt x="881598" y="131075"/>
                  </a:moveTo>
                  <a:lnTo>
                    <a:pt x="875020" y="123485"/>
                  </a:lnTo>
                  <a:lnTo>
                    <a:pt x="880090" y="119260"/>
                  </a:lnTo>
                  <a:lnTo>
                    <a:pt x="884737" y="120609"/>
                  </a:lnTo>
                  <a:lnTo>
                    <a:pt x="888178" y="123485"/>
                  </a:lnTo>
                  <a:lnTo>
                    <a:pt x="881598" y="131075"/>
                  </a:lnTo>
                  <a:close/>
                </a:path>
                <a:path w="953134" h="222884">
                  <a:moveTo>
                    <a:pt x="898478" y="131075"/>
                  </a:moveTo>
                  <a:lnTo>
                    <a:pt x="881598" y="131075"/>
                  </a:lnTo>
                  <a:lnTo>
                    <a:pt x="888178" y="123485"/>
                  </a:lnTo>
                  <a:lnTo>
                    <a:pt x="884737" y="120609"/>
                  </a:lnTo>
                  <a:lnTo>
                    <a:pt x="887670" y="121461"/>
                  </a:lnTo>
                  <a:lnTo>
                    <a:pt x="909998" y="121461"/>
                  </a:lnTo>
                  <a:lnTo>
                    <a:pt x="898478" y="131075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0" y="9854865"/>
            <a:ext cx="18288000" cy="432434"/>
            <a:chOff x="0" y="9854865"/>
            <a:chExt cx="18288000" cy="432434"/>
          </a:xfrm>
        </p:grpSpPr>
        <p:sp>
          <p:nvSpPr>
            <p:cNvPr id="19" name="object 19"/>
            <p:cNvSpPr/>
            <p:nvPr/>
          </p:nvSpPr>
          <p:spPr>
            <a:xfrm>
              <a:off x="0" y="9854865"/>
              <a:ext cx="6083935" cy="432434"/>
            </a:xfrm>
            <a:custGeom>
              <a:avLst/>
              <a:gdLst/>
              <a:ahLst/>
              <a:cxnLst/>
              <a:rect l="l" t="t" r="r" b="b"/>
              <a:pathLst>
                <a:path w="6083934" h="432434">
                  <a:moveTo>
                    <a:pt x="6083482" y="432135"/>
                  </a:moveTo>
                  <a:lnTo>
                    <a:pt x="0" y="432135"/>
                  </a:lnTo>
                  <a:lnTo>
                    <a:pt x="0" y="0"/>
                  </a:lnTo>
                  <a:lnTo>
                    <a:pt x="6083482" y="0"/>
                  </a:lnTo>
                  <a:lnTo>
                    <a:pt x="6083482" y="432135"/>
                  </a:lnTo>
                  <a:close/>
                </a:path>
              </a:pathLst>
            </a:custGeom>
            <a:solidFill>
              <a:srgbClr val="545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83482" y="9854865"/>
              <a:ext cx="6121400" cy="432434"/>
            </a:xfrm>
            <a:custGeom>
              <a:avLst/>
              <a:gdLst/>
              <a:ahLst/>
              <a:cxnLst/>
              <a:rect l="l" t="t" r="r" b="b"/>
              <a:pathLst>
                <a:path w="6121400" h="432434">
                  <a:moveTo>
                    <a:pt x="6121084" y="432135"/>
                  </a:moveTo>
                  <a:lnTo>
                    <a:pt x="0" y="432135"/>
                  </a:lnTo>
                  <a:lnTo>
                    <a:pt x="0" y="0"/>
                  </a:lnTo>
                  <a:lnTo>
                    <a:pt x="6121084" y="0"/>
                  </a:lnTo>
                  <a:lnTo>
                    <a:pt x="6121084" y="432135"/>
                  </a:lnTo>
                  <a:close/>
                </a:path>
              </a:pathLst>
            </a:custGeom>
            <a:solidFill>
              <a:srgbClr val="61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04567" y="9854865"/>
              <a:ext cx="6083935" cy="432434"/>
            </a:xfrm>
            <a:custGeom>
              <a:avLst/>
              <a:gdLst/>
              <a:ahLst/>
              <a:cxnLst/>
              <a:rect l="l" t="t" r="r" b="b"/>
              <a:pathLst>
                <a:path w="6083934" h="432434">
                  <a:moveTo>
                    <a:pt x="6083431" y="432135"/>
                  </a:moveTo>
                  <a:lnTo>
                    <a:pt x="0" y="432135"/>
                  </a:lnTo>
                  <a:lnTo>
                    <a:pt x="0" y="0"/>
                  </a:lnTo>
                  <a:lnTo>
                    <a:pt x="6083431" y="0"/>
                  </a:lnTo>
                  <a:lnTo>
                    <a:pt x="6083431" y="432135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1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Choix</a:t>
            </a:r>
            <a:r>
              <a:rPr spc="-195" dirty="0"/>
              <a:t> </a:t>
            </a:r>
            <a:r>
              <a:rPr spc="-285" dirty="0"/>
              <a:t>du</a:t>
            </a:r>
            <a:r>
              <a:rPr spc="-5" dirty="0"/>
              <a:t> </a:t>
            </a:r>
            <a:r>
              <a:rPr spc="-105" dirty="0"/>
              <a:t>FrameWork</a:t>
            </a:r>
            <a:r>
              <a:rPr spc="-95" dirty="0"/>
              <a:t> </a:t>
            </a:r>
            <a:r>
              <a:rPr spc="70" dirty="0"/>
              <a:t>2D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33" name="object 33"/>
          <p:cNvSpPr txBox="1"/>
          <p:nvPr/>
        </p:nvSpPr>
        <p:spPr>
          <a:xfrm>
            <a:off x="17796581" y="9976394"/>
            <a:ext cx="292100" cy="29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5"/>
              </a:lnSpc>
            </a:pPr>
            <a:r>
              <a:rPr sz="2100" b="1" spc="-25" dirty="0">
                <a:solidFill>
                  <a:srgbClr val="3333B3"/>
                </a:solidFill>
                <a:latin typeface="Times New Roman"/>
                <a:cs typeface="Times New Roman"/>
              </a:rPr>
              <a:t>07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xfrm>
            <a:off x="4252846" y="589383"/>
            <a:ext cx="9722032" cy="2151230"/>
          </a:xfrm>
          <a:prstGeom prst="rect">
            <a:avLst/>
          </a:prstGeom>
        </p:spPr>
        <p:txBody>
          <a:bodyPr vert="horz" wrap="square" lIns="0" tIns="459105" rIns="0" bIns="0" rtlCol="0">
            <a:spAutoFit/>
          </a:bodyPr>
          <a:lstStyle/>
          <a:p>
            <a:pPr marL="909319">
              <a:lnSpc>
                <a:spcPct val="100000"/>
              </a:lnSpc>
              <a:spcBef>
                <a:spcPts val="3615"/>
              </a:spcBef>
            </a:pPr>
            <a:endParaRPr spc="50" dirty="0"/>
          </a:p>
          <a:p>
            <a:pPr marL="909319" marR="986155">
              <a:lnSpc>
                <a:spcPct val="115799"/>
              </a:lnSpc>
            </a:pPr>
            <a:r>
              <a:rPr u="sng" spc="125" dirty="0"/>
              <a:t>Comparaison</a:t>
            </a:r>
            <a:r>
              <a:rPr u="sng" spc="15" dirty="0"/>
              <a:t> </a:t>
            </a:r>
            <a:r>
              <a:rPr u="sng" spc="85" dirty="0"/>
              <a:t>entre</a:t>
            </a:r>
            <a:r>
              <a:rPr u="sng" spc="15" dirty="0"/>
              <a:t> </a:t>
            </a:r>
            <a:r>
              <a:rPr u="sng" spc="65" dirty="0"/>
              <a:t>Pygame</a:t>
            </a:r>
            <a:r>
              <a:rPr u="sng" spc="20" dirty="0"/>
              <a:t> </a:t>
            </a:r>
            <a:r>
              <a:rPr u="sng" spc="70" dirty="0"/>
              <a:t>et</a:t>
            </a:r>
            <a:r>
              <a:rPr u="sng" spc="15" dirty="0"/>
              <a:t> </a:t>
            </a:r>
            <a:r>
              <a:rPr u="sng" spc="100" dirty="0" err="1"/>
              <a:t>Tkinter</a:t>
            </a:r>
            <a:endParaRPr lang="fr-FR" u="sng" spc="100" dirty="0"/>
          </a:p>
          <a:p>
            <a:pPr marL="1366519" marR="986155" indent="-457200">
              <a:lnSpc>
                <a:spcPct val="115799"/>
              </a:lnSpc>
              <a:buFont typeface="Arial" panose="020B0604020202020204" pitchFamily="34" charset="0"/>
              <a:buChar char="•"/>
            </a:pPr>
            <a:endParaRPr lang="fr-FR" spc="1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52FA2409-94C1-002D-E784-780E03A206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59"/>
          <a:stretch/>
        </p:blipFill>
        <p:spPr>
          <a:xfrm>
            <a:off x="4611157" y="2476500"/>
            <a:ext cx="8040754" cy="6636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133" y="550894"/>
            <a:ext cx="39331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Analyse</a:t>
            </a:r>
            <a:r>
              <a:rPr spc="-235" dirty="0"/>
              <a:t> </a:t>
            </a:r>
            <a:r>
              <a:rPr spc="-285" dirty="0"/>
              <a:t>du</a:t>
            </a:r>
            <a:r>
              <a:rPr spc="-5" dirty="0"/>
              <a:t> </a:t>
            </a:r>
            <a:r>
              <a:rPr spc="-35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109" y="3010641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109" y="3505941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109" y="4001241"/>
            <a:ext cx="85725" cy="85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4114" y="1736196"/>
            <a:ext cx="6111240" cy="248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0" dirty="0">
                <a:latin typeface="Times New Roman"/>
                <a:cs typeface="Times New Roman"/>
              </a:rPr>
              <a:t>Physique</a:t>
            </a:r>
            <a:r>
              <a:rPr sz="3600" b="1" spc="-170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Times New Roman"/>
                <a:cs typeface="Times New Roman"/>
              </a:rPr>
              <a:t>des</a:t>
            </a:r>
            <a:r>
              <a:rPr sz="3600" b="1" spc="-160" dirty="0">
                <a:latin typeface="Times New Roman"/>
                <a:cs typeface="Times New Roman"/>
              </a:rPr>
              <a:t> </a:t>
            </a:r>
            <a:r>
              <a:rPr sz="3600" b="1" spc="-65" dirty="0">
                <a:latin typeface="Times New Roman"/>
                <a:cs typeface="Times New Roman"/>
              </a:rPr>
              <a:t>roues</a:t>
            </a:r>
            <a:r>
              <a:rPr sz="3600" b="1" spc="-160" dirty="0">
                <a:latin typeface="Times New Roman"/>
                <a:cs typeface="Times New Roman"/>
              </a:rPr>
              <a:t> </a:t>
            </a:r>
            <a:r>
              <a:rPr sz="3600" b="1" spc="-5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  <a:p>
            <a:pPr marL="1783080" marR="5080">
              <a:lnSpc>
                <a:spcPct val="116100"/>
              </a:lnSpc>
              <a:spcBef>
                <a:spcPts val="3325"/>
              </a:spcBef>
            </a:pPr>
            <a:r>
              <a:rPr sz="2800" spc="70" dirty="0">
                <a:latin typeface="Times New Roman"/>
                <a:cs typeface="Times New Roman"/>
              </a:rPr>
              <a:t>Simulation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réaliste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roues </a:t>
            </a:r>
            <a:r>
              <a:rPr sz="2800" spc="114" dirty="0">
                <a:latin typeface="Times New Roman"/>
                <a:cs typeface="Times New Roman"/>
              </a:rPr>
              <a:t>Fonction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update_position </a:t>
            </a:r>
            <a:r>
              <a:rPr sz="2800" spc="65" dirty="0">
                <a:latin typeface="Times New Roman"/>
                <a:cs typeface="Times New Roman"/>
              </a:rPr>
              <a:t>Cohérence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du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mouvement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938" y="6774968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938" y="7270268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4114" y="5516869"/>
            <a:ext cx="7009130" cy="1936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Utilisation</a:t>
            </a:r>
            <a:r>
              <a:rPr sz="3600" b="1" spc="-170" dirty="0">
                <a:latin typeface="Times New Roman"/>
                <a:cs typeface="Times New Roman"/>
              </a:rPr>
              <a:t> </a:t>
            </a:r>
            <a:r>
              <a:rPr sz="3600" b="1" spc="-180" dirty="0">
                <a:latin typeface="Times New Roman"/>
                <a:cs typeface="Times New Roman"/>
              </a:rPr>
              <a:t>du</a:t>
            </a:r>
            <a:r>
              <a:rPr sz="3600" b="1" spc="-45" dirty="0">
                <a:latin typeface="Times New Roman"/>
                <a:cs typeface="Times New Roman"/>
              </a:rPr>
              <a:t> </a:t>
            </a:r>
            <a:r>
              <a:rPr sz="3600" b="1" spc="-90" dirty="0">
                <a:latin typeface="Times New Roman"/>
                <a:cs typeface="Times New Roman"/>
              </a:rPr>
              <a:t>Threading</a:t>
            </a:r>
            <a:r>
              <a:rPr sz="3600" b="1" spc="-105" dirty="0">
                <a:latin typeface="Times New Roman"/>
                <a:cs typeface="Times New Roman"/>
              </a:rPr>
              <a:t> </a:t>
            </a:r>
            <a:r>
              <a:rPr sz="3600" b="1" spc="-50" dirty="0">
                <a:latin typeface="Times New Roman"/>
                <a:cs typeface="Times New Roman"/>
              </a:rPr>
              <a:t>:</a:t>
            </a:r>
            <a:endParaRPr sz="3600" dirty="0">
              <a:latin typeface="Times New Roman"/>
              <a:cs typeface="Times New Roman"/>
            </a:endParaRPr>
          </a:p>
          <a:p>
            <a:pPr marL="1536700" marR="5080" algn="just">
              <a:lnSpc>
                <a:spcPct val="116100"/>
              </a:lnSpc>
              <a:spcBef>
                <a:spcPts val="3195"/>
              </a:spcBef>
            </a:pPr>
            <a:r>
              <a:rPr sz="2800" spc="75" dirty="0">
                <a:latin typeface="Times New Roman"/>
                <a:cs typeface="Times New Roman"/>
              </a:rPr>
              <a:t>Trois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95" dirty="0">
                <a:latin typeface="Times New Roman"/>
                <a:cs typeface="Times New Roman"/>
              </a:rPr>
              <a:t>threads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pour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la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simulation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Times New Roman"/>
                <a:cs typeface="Times New Roman"/>
              </a:rPr>
              <a:t>2D </a:t>
            </a:r>
            <a:r>
              <a:rPr sz="2800" spc="195" dirty="0">
                <a:latin typeface="Times New Roman"/>
                <a:cs typeface="Times New Roman"/>
              </a:rPr>
              <a:t>Un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114" dirty="0">
                <a:latin typeface="Times New Roman"/>
                <a:cs typeface="Times New Roman"/>
              </a:rPr>
              <a:t>thread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pour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robot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réel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640526" y="9891625"/>
            <a:ext cx="292100" cy="29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5"/>
              </a:lnSpc>
            </a:pPr>
            <a:r>
              <a:rPr sz="2100" b="1" spc="-25" dirty="0">
                <a:solidFill>
                  <a:srgbClr val="3333B3"/>
                </a:solidFill>
                <a:latin typeface="Times New Roman"/>
                <a:cs typeface="Times New Roman"/>
              </a:rPr>
              <a:t>08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87274" y="1736196"/>
            <a:ext cx="6493510" cy="38715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80" dirty="0">
                <a:latin typeface="Times New Roman"/>
                <a:cs typeface="Times New Roman"/>
              </a:rPr>
              <a:t>Implémentation</a:t>
            </a:r>
            <a:r>
              <a:rPr sz="3600" b="1" spc="-145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Times New Roman"/>
                <a:cs typeface="Times New Roman"/>
              </a:rPr>
              <a:t>des</a:t>
            </a:r>
            <a:r>
              <a:rPr sz="3600" b="1" spc="-16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stratégies:</a:t>
            </a:r>
            <a:endParaRPr sz="3600" dirty="0">
              <a:latin typeface="Times New Roman"/>
              <a:cs typeface="Times New Roman"/>
            </a:endParaRPr>
          </a:p>
          <a:p>
            <a:pPr marL="2727325" marR="5080">
              <a:lnSpc>
                <a:spcPct val="116100"/>
              </a:lnSpc>
              <a:spcBef>
                <a:spcPts val="3325"/>
              </a:spcBef>
            </a:pPr>
            <a:r>
              <a:rPr sz="2800" spc="55" dirty="0" err="1">
                <a:latin typeface="Times New Roman"/>
                <a:cs typeface="Times New Roman"/>
              </a:rPr>
              <a:t>Stratégie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60" dirty="0" err="1">
                <a:latin typeface="Times New Roman"/>
                <a:cs typeface="Times New Roman"/>
              </a:rPr>
              <a:t>Tourner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Strategie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60" dirty="0" err="1">
                <a:latin typeface="Times New Roman"/>
                <a:cs typeface="Times New Roman"/>
              </a:rPr>
              <a:t>Avancer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55" dirty="0" err="1">
                <a:latin typeface="Times New Roman"/>
                <a:cs typeface="Times New Roman"/>
              </a:rPr>
              <a:t>Stratégie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lang="fr-FR" sz="2800" spc="105" dirty="0" err="1">
                <a:latin typeface="Times New Roman"/>
                <a:cs typeface="Times New Roman"/>
              </a:rPr>
              <a:t>Sequentielle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10" dirty="0" err="1">
                <a:latin typeface="Times New Roman"/>
                <a:cs typeface="Times New Roman"/>
              </a:rPr>
              <a:t>Stratégie</a:t>
            </a:r>
            <a:r>
              <a:rPr lang="fr-FR" sz="2800" spc="-10" dirty="0">
                <a:latin typeface="Times New Roman"/>
                <a:cs typeface="Times New Roman"/>
              </a:rPr>
              <a:t> </a:t>
            </a:r>
            <a:r>
              <a:rPr lang="fr-FR" sz="2800" spc="-10" dirty="0" err="1">
                <a:latin typeface="Times New Roman"/>
                <a:cs typeface="Times New Roman"/>
              </a:rPr>
              <a:t>Conditionelle</a:t>
            </a:r>
            <a:endParaRPr lang="fr-FR" sz="2800" spc="-10" dirty="0">
              <a:latin typeface="Times New Roman"/>
              <a:cs typeface="Times New Roman"/>
            </a:endParaRPr>
          </a:p>
          <a:p>
            <a:pPr marL="2727325" marR="5080">
              <a:lnSpc>
                <a:spcPct val="116100"/>
              </a:lnSpc>
              <a:spcBef>
                <a:spcPts val="332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D9F0227-F240-64EB-CC93-525B6C1CE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0" y="4923676"/>
            <a:ext cx="3685578" cy="341947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B6093C4-9779-46D2-2F9B-A831BD0C5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14" y="1433746"/>
            <a:ext cx="16429960" cy="7589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199" y="457797"/>
            <a:ext cx="2847974" cy="1142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3020" y="3297196"/>
            <a:ext cx="7743823" cy="4457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1164" y="4694713"/>
            <a:ext cx="3914140" cy="318176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14"/>
              </a:spcBef>
            </a:pPr>
            <a:r>
              <a:rPr sz="2950" b="1" spc="-100" dirty="0">
                <a:solidFill>
                  <a:srgbClr val="D4F0FF"/>
                </a:solidFill>
                <a:latin typeface="Times New Roman"/>
                <a:cs typeface="Times New Roman"/>
              </a:rPr>
              <a:t>Introduction</a:t>
            </a:r>
            <a:r>
              <a:rPr sz="2950" b="1" spc="-85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2950" b="1" spc="-60" dirty="0">
                <a:solidFill>
                  <a:srgbClr val="D4F0FF"/>
                </a:solidFill>
                <a:latin typeface="Times New Roman"/>
                <a:cs typeface="Times New Roman"/>
              </a:rPr>
              <a:t>au</a:t>
            </a:r>
            <a:r>
              <a:rPr sz="2950" b="1" spc="-110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2950" b="1" spc="-10" dirty="0">
                <a:solidFill>
                  <a:srgbClr val="D4F0FF"/>
                </a:solidFill>
                <a:latin typeface="Times New Roman"/>
                <a:cs typeface="Times New Roman"/>
              </a:rPr>
              <a:t>projet</a:t>
            </a:r>
            <a:endParaRPr sz="29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950" dirty="0">
              <a:latin typeface="Times New Roman"/>
              <a:cs typeface="Times New Roman"/>
            </a:endParaRPr>
          </a:p>
          <a:p>
            <a:pPr marL="117475" indent="-105410">
              <a:lnSpc>
                <a:spcPct val="100000"/>
              </a:lnSpc>
            </a:pPr>
            <a:r>
              <a:rPr sz="2950" b="1" spc="-105" dirty="0">
                <a:solidFill>
                  <a:srgbClr val="D4F0FF"/>
                </a:solidFill>
                <a:latin typeface="Times New Roman"/>
                <a:cs typeface="Times New Roman"/>
              </a:rPr>
              <a:t>Implémentation</a:t>
            </a:r>
            <a:r>
              <a:rPr sz="2950" b="1" spc="-55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2950" b="1" spc="-90" dirty="0">
                <a:solidFill>
                  <a:srgbClr val="D4F0FF"/>
                </a:solidFill>
                <a:latin typeface="Times New Roman"/>
                <a:cs typeface="Times New Roman"/>
              </a:rPr>
              <a:t>de</a:t>
            </a:r>
            <a:r>
              <a:rPr sz="2950" b="1" spc="-55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2950" b="1" dirty="0">
                <a:solidFill>
                  <a:srgbClr val="D4F0FF"/>
                </a:solidFill>
                <a:latin typeface="Times New Roman"/>
                <a:cs typeface="Times New Roman"/>
              </a:rPr>
              <a:t>la</a:t>
            </a:r>
            <a:r>
              <a:rPr sz="2950" b="1" spc="-55" dirty="0">
                <a:solidFill>
                  <a:srgbClr val="D4F0FF"/>
                </a:solidFill>
                <a:latin typeface="Times New Roman"/>
                <a:cs typeface="Times New Roman"/>
              </a:rPr>
              <a:t> </a:t>
            </a:r>
            <a:r>
              <a:rPr sz="2950" b="1" spc="30" dirty="0">
                <a:solidFill>
                  <a:srgbClr val="D4F0FF"/>
                </a:solidFill>
                <a:latin typeface="Times New Roman"/>
                <a:cs typeface="Times New Roman"/>
              </a:rPr>
              <a:t>2D</a:t>
            </a:r>
            <a:endParaRPr sz="2950" dirty="0">
              <a:latin typeface="Times New Roman"/>
              <a:cs typeface="Times New Roman"/>
            </a:endParaRPr>
          </a:p>
          <a:p>
            <a:pPr marL="226695" marR="5080" indent="-109220">
              <a:lnSpc>
                <a:spcPct val="302600"/>
              </a:lnSpc>
              <a:spcBef>
                <a:spcPts val="1350"/>
              </a:spcBef>
            </a:pPr>
            <a:r>
              <a:rPr sz="295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Conclusion</a:t>
            </a: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5094" y="2173887"/>
            <a:ext cx="157607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spc="-20" dirty="0"/>
              <a:t>Plan</a:t>
            </a:r>
            <a:endParaRPr sz="6300"/>
          </a:p>
        </p:txBody>
      </p:sp>
      <p:pic>
        <p:nvPicPr>
          <p:cNvPr id="7" name="object 7"/>
          <p:cNvPicPr/>
          <p:nvPr/>
        </p:nvPicPr>
        <p:blipFill rotWithShape="1">
          <a:blip r:embed="rId4" cstate="print"/>
          <a:srcRect t="35506" r="39015"/>
          <a:stretch/>
        </p:blipFill>
        <p:spPr>
          <a:xfrm>
            <a:off x="510994" y="3958693"/>
            <a:ext cx="8602868" cy="597103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359882" y="9884652"/>
            <a:ext cx="22098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9BCCF649-BCE1-DBCC-1BCE-9A48D0FE9335}"/>
              </a:ext>
            </a:extLst>
          </p:cNvPr>
          <p:cNvSpPr txBox="1"/>
          <p:nvPr/>
        </p:nvSpPr>
        <p:spPr>
          <a:xfrm>
            <a:off x="17640526" y="9891625"/>
            <a:ext cx="2921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5"/>
              </a:lnSpc>
            </a:pPr>
            <a:r>
              <a:rPr sz="2100" b="1" spc="-25" dirty="0">
                <a:solidFill>
                  <a:srgbClr val="3333B3"/>
                </a:solidFill>
                <a:latin typeface="Times New Roman"/>
                <a:cs typeface="Times New Roman"/>
              </a:rPr>
              <a:t>0</a:t>
            </a:r>
            <a:r>
              <a:rPr lang="fr-FR" sz="2100" b="1" spc="-25" dirty="0">
                <a:solidFill>
                  <a:srgbClr val="3333B3"/>
                </a:solidFill>
                <a:latin typeface="Times New Roman"/>
                <a:cs typeface="Times New Roman"/>
              </a:rPr>
              <a:t>9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7290" y="9458774"/>
            <a:ext cx="191806" cy="14119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910097" y="9452702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101216" y="151825"/>
                </a:moveTo>
                <a:lnTo>
                  <a:pt x="0" y="75911"/>
                </a:lnTo>
                <a:lnTo>
                  <a:pt x="101216" y="0"/>
                </a:lnTo>
                <a:lnTo>
                  <a:pt x="101216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18613" y="9452702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101600" h="152400">
                <a:moveTo>
                  <a:pt x="0" y="151825"/>
                </a:moveTo>
                <a:lnTo>
                  <a:pt x="0" y="0"/>
                </a:lnTo>
                <a:lnTo>
                  <a:pt x="101217" y="75911"/>
                </a:lnTo>
                <a:lnTo>
                  <a:pt x="0" y="151825"/>
                </a:lnTo>
                <a:close/>
              </a:path>
            </a:pathLst>
          </a:custGeom>
          <a:solidFill>
            <a:srgbClr val="D5D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974391" y="9417274"/>
            <a:ext cx="810260" cy="222885"/>
            <a:chOff x="12974391" y="9417274"/>
            <a:chExt cx="810260" cy="222885"/>
          </a:xfrm>
        </p:grpSpPr>
        <p:sp>
          <p:nvSpPr>
            <p:cNvPr id="6" name="object 6"/>
            <p:cNvSpPr/>
            <p:nvPr/>
          </p:nvSpPr>
          <p:spPr>
            <a:xfrm>
              <a:off x="13216299" y="9417274"/>
              <a:ext cx="274955" cy="222885"/>
            </a:xfrm>
            <a:custGeom>
              <a:avLst/>
              <a:gdLst/>
              <a:ahLst/>
              <a:cxnLst/>
              <a:rect l="l" t="t" r="r" b="b"/>
              <a:pathLst>
                <a:path w="274955" h="222884">
                  <a:moveTo>
                    <a:pt x="102734" y="50608"/>
                  </a:moveTo>
                  <a:lnTo>
                    <a:pt x="82491" y="50608"/>
                  </a:lnTo>
                  <a:lnTo>
                    <a:pt x="82491" y="0"/>
                  </a:lnTo>
                  <a:lnTo>
                    <a:pt x="274802" y="0"/>
                  </a:lnTo>
                  <a:lnTo>
                    <a:pt x="274802" y="10121"/>
                  </a:lnTo>
                  <a:lnTo>
                    <a:pt x="92614" y="10121"/>
                  </a:lnTo>
                  <a:lnTo>
                    <a:pt x="92614" y="20243"/>
                  </a:lnTo>
                  <a:lnTo>
                    <a:pt x="102734" y="20243"/>
                  </a:lnTo>
                  <a:lnTo>
                    <a:pt x="102734" y="50608"/>
                  </a:lnTo>
                  <a:close/>
                </a:path>
                <a:path w="274955" h="222884">
                  <a:moveTo>
                    <a:pt x="102734" y="20243"/>
                  </a:moveTo>
                  <a:lnTo>
                    <a:pt x="92614" y="20243"/>
                  </a:lnTo>
                  <a:lnTo>
                    <a:pt x="92614" y="10121"/>
                  </a:lnTo>
                  <a:lnTo>
                    <a:pt x="102734" y="10121"/>
                  </a:lnTo>
                  <a:lnTo>
                    <a:pt x="102734" y="20243"/>
                  </a:lnTo>
                  <a:close/>
                </a:path>
                <a:path w="274955" h="222884">
                  <a:moveTo>
                    <a:pt x="254558" y="20243"/>
                  </a:moveTo>
                  <a:lnTo>
                    <a:pt x="102734" y="20243"/>
                  </a:lnTo>
                  <a:lnTo>
                    <a:pt x="102734" y="10121"/>
                  </a:lnTo>
                  <a:lnTo>
                    <a:pt x="254558" y="10121"/>
                  </a:lnTo>
                  <a:lnTo>
                    <a:pt x="254558" y="20243"/>
                  </a:lnTo>
                  <a:close/>
                </a:path>
                <a:path w="274955" h="222884">
                  <a:moveTo>
                    <a:pt x="264681" y="131581"/>
                  </a:moveTo>
                  <a:lnTo>
                    <a:pt x="254558" y="131581"/>
                  </a:lnTo>
                  <a:lnTo>
                    <a:pt x="254558" y="10121"/>
                  </a:lnTo>
                  <a:lnTo>
                    <a:pt x="264681" y="10121"/>
                  </a:lnTo>
                  <a:lnTo>
                    <a:pt x="264681" y="20243"/>
                  </a:lnTo>
                  <a:lnTo>
                    <a:pt x="274802" y="20243"/>
                  </a:lnTo>
                  <a:lnTo>
                    <a:pt x="274802" y="121461"/>
                  </a:lnTo>
                  <a:lnTo>
                    <a:pt x="264681" y="121461"/>
                  </a:lnTo>
                  <a:lnTo>
                    <a:pt x="264681" y="131581"/>
                  </a:lnTo>
                  <a:close/>
                </a:path>
                <a:path w="274955" h="222884">
                  <a:moveTo>
                    <a:pt x="274802" y="20243"/>
                  </a:moveTo>
                  <a:lnTo>
                    <a:pt x="264681" y="20243"/>
                  </a:lnTo>
                  <a:lnTo>
                    <a:pt x="264681" y="10121"/>
                  </a:lnTo>
                  <a:lnTo>
                    <a:pt x="274802" y="10121"/>
                  </a:lnTo>
                  <a:lnTo>
                    <a:pt x="274802" y="20243"/>
                  </a:lnTo>
                  <a:close/>
                </a:path>
                <a:path w="274955" h="222884">
                  <a:moveTo>
                    <a:pt x="62248" y="91096"/>
                  </a:moveTo>
                  <a:lnTo>
                    <a:pt x="42003" y="91096"/>
                  </a:lnTo>
                  <a:lnTo>
                    <a:pt x="42003" y="40487"/>
                  </a:lnTo>
                  <a:lnTo>
                    <a:pt x="82491" y="40487"/>
                  </a:lnTo>
                  <a:lnTo>
                    <a:pt x="82491" y="50608"/>
                  </a:lnTo>
                  <a:lnTo>
                    <a:pt x="52125" y="50608"/>
                  </a:lnTo>
                  <a:lnTo>
                    <a:pt x="52125" y="60730"/>
                  </a:lnTo>
                  <a:lnTo>
                    <a:pt x="62248" y="60730"/>
                  </a:lnTo>
                  <a:lnTo>
                    <a:pt x="62248" y="91096"/>
                  </a:lnTo>
                  <a:close/>
                </a:path>
                <a:path w="274955" h="222884">
                  <a:moveTo>
                    <a:pt x="234316" y="60730"/>
                  </a:moveTo>
                  <a:lnTo>
                    <a:pt x="224194" y="60730"/>
                  </a:lnTo>
                  <a:lnTo>
                    <a:pt x="224194" y="50608"/>
                  </a:lnTo>
                  <a:lnTo>
                    <a:pt x="102734" y="50608"/>
                  </a:lnTo>
                  <a:lnTo>
                    <a:pt x="102734" y="40487"/>
                  </a:lnTo>
                  <a:lnTo>
                    <a:pt x="234316" y="40487"/>
                  </a:lnTo>
                  <a:lnTo>
                    <a:pt x="234316" y="60730"/>
                  </a:lnTo>
                  <a:close/>
                </a:path>
                <a:path w="274955" h="222884">
                  <a:moveTo>
                    <a:pt x="62248" y="60730"/>
                  </a:moveTo>
                  <a:lnTo>
                    <a:pt x="52125" y="60730"/>
                  </a:lnTo>
                  <a:lnTo>
                    <a:pt x="52125" y="50608"/>
                  </a:lnTo>
                  <a:lnTo>
                    <a:pt x="62248" y="50608"/>
                  </a:lnTo>
                  <a:lnTo>
                    <a:pt x="62248" y="60730"/>
                  </a:lnTo>
                  <a:close/>
                </a:path>
                <a:path w="274955" h="222884">
                  <a:moveTo>
                    <a:pt x="214072" y="60730"/>
                  </a:moveTo>
                  <a:lnTo>
                    <a:pt x="62248" y="60730"/>
                  </a:lnTo>
                  <a:lnTo>
                    <a:pt x="62248" y="50608"/>
                  </a:lnTo>
                  <a:lnTo>
                    <a:pt x="214072" y="50608"/>
                  </a:lnTo>
                  <a:lnTo>
                    <a:pt x="214072" y="60730"/>
                  </a:lnTo>
                  <a:close/>
                </a:path>
                <a:path w="274955" h="222884">
                  <a:moveTo>
                    <a:pt x="224194" y="172069"/>
                  </a:moveTo>
                  <a:lnTo>
                    <a:pt x="214072" y="172069"/>
                  </a:lnTo>
                  <a:lnTo>
                    <a:pt x="214072" y="50608"/>
                  </a:lnTo>
                  <a:lnTo>
                    <a:pt x="224194" y="50608"/>
                  </a:lnTo>
                  <a:lnTo>
                    <a:pt x="224194" y="60730"/>
                  </a:lnTo>
                  <a:lnTo>
                    <a:pt x="234316" y="60730"/>
                  </a:lnTo>
                  <a:lnTo>
                    <a:pt x="234316" y="121461"/>
                  </a:lnTo>
                  <a:lnTo>
                    <a:pt x="224194" y="121461"/>
                  </a:lnTo>
                  <a:lnTo>
                    <a:pt x="224194" y="141703"/>
                  </a:lnTo>
                  <a:lnTo>
                    <a:pt x="234316" y="141703"/>
                  </a:lnTo>
                  <a:lnTo>
                    <a:pt x="234316" y="161947"/>
                  </a:lnTo>
                  <a:lnTo>
                    <a:pt x="224194" y="161947"/>
                  </a:lnTo>
                  <a:lnTo>
                    <a:pt x="224194" y="172069"/>
                  </a:lnTo>
                  <a:close/>
                </a:path>
                <a:path w="274955" h="222884">
                  <a:moveTo>
                    <a:pt x="191805" y="222678"/>
                  </a:moveTo>
                  <a:lnTo>
                    <a:pt x="0" y="222678"/>
                  </a:lnTo>
                  <a:lnTo>
                    <a:pt x="0" y="81480"/>
                  </a:lnTo>
                  <a:lnTo>
                    <a:pt x="42003" y="81480"/>
                  </a:lnTo>
                  <a:lnTo>
                    <a:pt x="42003" y="91096"/>
                  </a:lnTo>
                  <a:lnTo>
                    <a:pt x="191805" y="91096"/>
                  </a:lnTo>
                  <a:lnTo>
                    <a:pt x="191805" y="91602"/>
                  </a:lnTo>
                  <a:lnTo>
                    <a:pt x="10120" y="91602"/>
                  </a:lnTo>
                  <a:lnTo>
                    <a:pt x="10120" y="101724"/>
                  </a:lnTo>
                  <a:lnTo>
                    <a:pt x="20243" y="101724"/>
                  </a:lnTo>
                  <a:lnTo>
                    <a:pt x="20243" y="202434"/>
                  </a:lnTo>
                  <a:lnTo>
                    <a:pt x="10120" y="202434"/>
                  </a:lnTo>
                  <a:lnTo>
                    <a:pt x="10120" y="212555"/>
                  </a:lnTo>
                  <a:lnTo>
                    <a:pt x="191805" y="212555"/>
                  </a:lnTo>
                  <a:lnTo>
                    <a:pt x="191805" y="222678"/>
                  </a:lnTo>
                  <a:close/>
                </a:path>
                <a:path w="274955" h="222884">
                  <a:moveTo>
                    <a:pt x="191805" y="91096"/>
                  </a:moveTo>
                  <a:lnTo>
                    <a:pt x="62248" y="91096"/>
                  </a:lnTo>
                  <a:lnTo>
                    <a:pt x="62248" y="81480"/>
                  </a:lnTo>
                  <a:lnTo>
                    <a:pt x="191805" y="81480"/>
                  </a:lnTo>
                  <a:lnTo>
                    <a:pt x="191805" y="91096"/>
                  </a:lnTo>
                  <a:close/>
                </a:path>
                <a:path w="274955" h="222884">
                  <a:moveTo>
                    <a:pt x="20243" y="101724"/>
                  </a:moveTo>
                  <a:lnTo>
                    <a:pt x="10120" y="101724"/>
                  </a:lnTo>
                  <a:lnTo>
                    <a:pt x="10120" y="91602"/>
                  </a:lnTo>
                  <a:lnTo>
                    <a:pt x="20243" y="91602"/>
                  </a:lnTo>
                  <a:lnTo>
                    <a:pt x="20243" y="101724"/>
                  </a:lnTo>
                  <a:close/>
                </a:path>
                <a:path w="274955" h="222884">
                  <a:moveTo>
                    <a:pt x="171561" y="101724"/>
                  </a:moveTo>
                  <a:lnTo>
                    <a:pt x="20243" y="101724"/>
                  </a:lnTo>
                  <a:lnTo>
                    <a:pt x="20243" y="91602"/>
                  </a:lnTo>
                  <a:lnTo>
                    <a:pt x="171561" y="91602"/>
                  </a:lnTo>
                  <a:lnTo>
                    <a:pt x="171561" y="101724"/>
                  </a:lnTo>
                  <a:close/>
                </a:path>
                <a:path w="274955" h="222884">
                  <a:moveTo>
                    <a:pt x="181683" y="212555"/>
                  </a:moveTo>
                  <a:lnTo>
                    <a:pt x="171561" y="212555"/>
                  </a:lnTo>
                  <a:lnTo>
                    <a:pt x="171561" y="91602"/>
                  </a:lnTo>
                  <a:lnTo>
                    <a:pt x="181683" y="91602"/>
                  </a:lnTo>
                  <a:lnTo>
                    <a:pt x="181683" y="101724"/>
                  </a:lnTo>
                  <a:lnTo>
                    <a:pt x="191805" y="101724"/>
                  </a:lnTo>
                  <a:lnTo>
                    <a:pt x="191805" y="161947"/>
                  </a:lnTo>
                  <a:lnTo>
                    <a:pt x="183707" y="161947"/>
                  </a:lnTo>
                  <a:lnTo>
                    <a:pt x="183707" y="182191"/>
                  </a:lnTo>
                  <a:lnTo>
                    <a:pt x="191805" y="182191"/>
                  </a:lnTo>
                  <a:lnTo>
                    <a:pt x="191805" y="202434"/>
                  </a:lnTo>
                  <a:lnTo>
                    <a:pt x="181683" y="202434"/>
                  </a:lnTo>
                  <a:lnTo>
                    <a:pt x="181683" y="212555"/>
                  </a:lnTo>
                  <a:close/>
                </a:path>
                <a:path w="274955" h="222884">
                  <a:moveTo>
                    <a:pt x="191805" y="101724"/>
                  </a:moveTo>
                  <a:lnTo>
                    <a:pt x="181683" y="101724"/>
                  </a:lnTo>
                  <a:lnTo>
                    <a:pt x="181683" y="91602"/>
                  </a:lnTo>
                  <a:lnTo>
                    <a:pt x="191805" y="91602"/>
                  </a:lnTo>
                  <a:lnTo>
                    <a:pt x="191805" y="101724"/>
                  </a:lnTo>
                  <a:close/>
                </a:path>
                <a:path w="274955" h="222884">
                  <a:moveTo>
                    <a:pt x="234316" y="141703"/>
                  </a:moveTo>
                  <a:lnTo>
                    <a:pt x="224194" y="141703"/>
                  </a:lnTo>
                  <a:lnTo>
                    <a:pt x="224194" y="121461"/>
                  </a:lnTo>
                  <a:lnTo>
                    <a:pt x="234316" y="121461"/>
                  </a:lnTo>
                  <a:lnTo>
                    <a:pt x="234316" y="141703"/>
                  </a:lnTo>
                  <a:close/>
                </a:path>
                <a:path w="274955" h="222884">
                  <a:moveTo>
                    <a:pt x="274802" y="141703"/>
                  </a:moveTo>
                  <a:lnTo>
                    <a:pt x="234316" y="141703"/>
                  </a:lnTo>
                  <a:lnTo>
                    <a:pt x="234316" y="121461"/>
                  </a:lnTo>
                  <a:lnTo>
                    <a:pt x="254558" y="121461"/>
                  </a:lnTo>
                  <a:lnTo>
                    <a:pt x="254558" y="131581"/>
                  </a:lnTo>
                  <a:lnTo>
                    <a:pt x="274802" y="131581"/>
                  </a:lnTo>
                  <a:lnTo>
                    <a:pt x="274802" y="141703"/>
                  </a:lnTo>
                  <a:close/>
                </a:path>
                <a:path w="274955" h="222884">
                  <a:moveTo>
                    <a:pt x="274802" y="131581"/>
                  </a:moveTo>
                  <a:lnTo>
                    <a:pt x="264681" y="131581"/>
                  </a:lnTo>
                  <a:lnTo>
                    <a:pt x="264681" y="121461"/>
                  </a:lnTo>
                  <a:lnTo>
                    <a:pt x="274802" y="121461"/>
                  </a:lnTo>
                  <a:lnTo>
                    <a:pt x="274802" y="131581"/>
                  </a:lnTo>
                  <a:close/>
                </a:path>
                <a:path w="274955" h="222884">
                  <a:moveTo>
                    <a:pt x="191805" y="182191"/>
                  </a:moveTo>
                  <a:lnTo>
                    <a:pt x="183707" y="182191"/>
                  </a:lnTo>
                  <a:lnTo>
                    <a:pt x="183707" y="161947"/>
                  </a:lnTo>
                  <a:lnTo>
                    <a:pt x="191805" y="161947"/>
                  </a:lnTo>
                  <a:lnTo>
                    <a:pt x="191805" y="182191"/>
                  </a:lnTo>
                  <a:close/>
                </a:path>
                <a:path w="274955" h="222884">
                  <a:moveTo>
                    <a:pt x="234316" y="182191"/>
                  </a:moveTo>
                  <a:lnTo>
                    <a:pt x="191805" y="182191"/>
                  </a:lnTo>
                  <a:lnTo>
                    <a:pt x="191805" y="161947"/>
                  </a:lnTo>
                  <a:lnTo>
                    <a:pt x="214072" y="161947"/>
                  </a:lnTo>
                  <a:lnTo>
                    <a:pt x="214072" y="172069"/>
                  </a:lnTo>
                  <a:lnTo>
                    <a:pt x="234316" y="172069"/>
                  </a:lnTo>
                  <a:lnTo>
                    <a:pt x="234316" y="182191"/>
                  </a:lnTo>
                  <a:close/>
                </a:path>
                <a:path w="274955" h="222884">
                  <a:moveTo>
                    <a:pt x="234316" y="172069"/>
                  </a:moveTo>
                  <a:lnTo>
                    <a:pt x="224194" y="172069"/>
                  </a:lnTo>
                  <a:lnTo>
                    <a:pt x="224194" y="161947"/>
                  </a:lnTo>
                  <a:lnTo>
                    <a:pt x="234316" y="161947"/>
                  </a:lnTo>
                  <a:lnTo>
                    <a:pt x="234316" y="172069"/>
                  </a:lnTo>
                  <a:close/>
                </a:path>
                <a:path w="274955" h="222884">
                  <a:moveTo>
                    <a:pt x="20243" y="212555"/>
                  </a:moveTo>
                  <a:lnTo>
                    <a:pt x="10120" y="212555"/>
                  </a:lnTo>
                  <a:lnTo>
                    <a:pt x="10120" y="202434"/>
                  </a:lnTo>
                  <a:lnTo>
                    <a:pt x="20243" y="202434"/>
                  </a:lnTo>
                  <a:lnTo>
                    <a:pt x="20243" y="212555"/>
                  </a:lnTo>
                  <a:close/>
                </a:path>
                <a:path w="274955" h="222884">
                  <a:moveTo>
                    <a:pt x="171561" y="212555"/>
                  </a:moveTo>
                  <a:lnTo>
                    <a:pt x="20243" y="212555"/>
                  </a:lnTo>
                  <a:lnTo>
                    <a:pt x="20243" y="202434"/>
                  </a:lnTo>
                  <a:lnTo>
                    <a:pt x="171561" y="202434"/>
                  </a:lnTo>
                  <a:lnTo>
                    <a:pt x="171561" y="212555"/>
                  </a:lnTo>
                  <a:close/>
                </a:path>
                <a:path w="274955" h="222884">
                  <a:moveTo>
                    <a:pt x="191805" y="212555"/>
                  </a:moveTo>
                  <a:lnTo>
                    <a:pt x="181683" y="212555"/>
                  </a:lnTo>
                  <a:lnTo>
                    <a:pt x="181683" y="202434"/>
                  </a:lnTo>
                  <a:lnTo>
                    <a:pt x="191805" y="202434"/>
                  </a:lnTo>
                  <a:lnTo>
                    <a:pt x="191805" y="212555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974391" y="9452701"/>
              <a:ext cx="810260" cy="152400"/>
            </a:xfrm>
            <a:custGeom>
              <a:avLst/>
              <a:gdLst/>
              <a:ahLst/>
              <a:cxnLst/>
              <a:rect l="l" t="t" r="r" b="b"/>
              <a:pathLst>
                <a:path w="810259" h="152400">
                  <a:moveTo>
                    <a:pt x="101216" y="151825"/>
                  </a:moveTo>
                  <a:lnTo>
                    <a:pt x="0" y="75911"/>
                  </a:lnTo>
                  <a:lnTo>
                    <a:pt x="101216" y="0"/>
                  </a:lnTo>
                  <a:lnTo>
                    <a:pt x="101216" y="151825"/>
                  </a:lnTo>
                  <a:close/>
                </a:path>
                <a:path w="810259" h="152400">
                  <a:moveTo>
                    <a:pt x="708517" y="151825"/>
                  </a:moveTo>
                  <a:lnTo>
                    <a:pt x="708517" y="0"/>
                  </a:lnTo>
                  <a:lnTo>
                    <a:pt x="809733" y="75911"/>
                  </a:lnTo>
                  <a:lnTo>
                    <a:pt x="708517" y="151825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039192" y="9412720"/>
            <a:ext cx="810260" cy="233045"/>
            <a:chOff x="14039192" y="9412720"/>
            <a:chExt cx="810260" cy="233045"/>
          </a:xfrm>
        </p:grpSpPr>
        <p:sp>
          <p:nvSpPr>
            <p:cNvPr id="9" name="object 9"/>
            <p:cNvSpPr/>
            <p:nvPr/>
          </p:nvSpPr>
          <p:spPr>
            <a:xfrm>
              <a:off x="14393451" y="9463329"/>
              <a:ext cx="152400" cy="30480"/>
            </a:xfrm>
            <a:custGeom>
              <a:avLst/>
              <a:gdLst/>
              <a:ahLst/>
              <a:cxnLst/>
              <a:rect l="l" t="t" r="r" b="b"/>
              <a:pathLst>
                <a:path w="152400" h="30479">
                  <a:moveTo>
                    <a:pt x="151824" y="30363"/>
                  </a:moveTo>
                  <a:lnTo>
                    <a:pt x="0" y="30363"/>
                  </a:lnTo>
                  <a:lnTo>
                    <a:pt x="0" y="0"/>
                  </a:lnTo>
                  <a:lnTo>
                    <a:pt x="151824" y="0"/>
                  </a:lnTo>
                  <a:lnTo>
                    <a:pt x="151824" y="30363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39189" y="9412731"/>
              <a:ext cx="810260" cy="233045"/>
            </a:xfrm>
            <a:custGeom>
              <a:avLst/>
              <a:gdLst/>
              <a:ahLst/>
              <a:cxnLst/>
              <a:rect l="l" t="t" r="r" b="b"/>
              <a:pathLst>
                <a:path w="810259" h="233045">
                  <a:moveTo>
                    <a:pt x="101219" y="39979"/>
                  </a:moveTo>
                  <a:lnTo>
                    <a:pt x="0" y="115887"/>
                  </a:lnTo>
                  <a:lnTo>
                    <a:pt x="101219" y="191795"/>
                  </a:lnTo>
                  <a:lnTo>
                    <a:pt x="101219" y="39979"/>
                  </a:lnTo>
                  <a:close/>
                </a:path>
                <a:path w="810259" h="233045">
                  <a:moveTo>
                    <a:pt x="455472" y="151815"/>
                  </a:moveTo>
                  <a:lnTo>
                    <a:pt x="303644" y="151815"/>
                  </a:lnTo>
                  <a:lnTo>
                    <a:pt x="303644" y="182181"/>
                  </a:lnTo>
                  <a:lnTo>
                    <a:pt x="455472" y="182181"/>
                  </a:lnTo>
                  <a:lnTo>
                    <a:pt x="455472" y="151815"/>
                  </a:lnTo>
                  <a:close/>
                </a:path>
                <a:path w="810259" h="233045">
                  <a:moveTo>
                    <a:pt x="455472" y="0"/>
                  </a:moveTo>
                  <a:lnTo>
                    <a:pt x="303644" y="0"/>
                  </a:lnTo>
                  <a:lnTo>
                    <a:pt x="303644" y="30365"/>
                  </a:lnTo>
                  <a:lnTo>
                    <a:pt x="455472" y="30365"/>
                  </a:lnTo>
                  <a:lnTo>
                    <a:pt x="455472" y="0"/>
                  </a:lnTo>
                  <a:close/>
                </a:path>
                <a:path w="810259" h="233045">
                  <a:moveTo>
                    <a:pt x="506082" y="202425"/>
                  </a:moveTo>
                  <a:lnTo>
                    <a:pt x="354253" y="202425"/>
                  </a:lnTo>
                  <a:lnTo>
                    <a:pt x="354253" y="232791"/>
                  </a:lnTo>
                  <a:lnTo>
                    <a:pt x="506082" y="232791"/>
                  </a:lnTo>
                  <a:lnTo>
                    <a:pt x="506082" y="202425"/>
                  </a:lnTo>
                  <a:close/>
                </a:path>
                <a:path w="810259" h="233045">
                  <a:moveTo>
                    <a:pt x="506082" y="101206"/>
                  </a:moveTo>
                  <a:lnTo>
                    <a:pt x="354253" y="101206"/>
                  </a:lnTo>
                  <a:lnTo>
                    <a:pt x="354253" y="131572"/>
                  </a:lnTo>
                  <a:lnTo>
                    <a:pt x="506082" y="131572"/>
                  </a:lnTo>
                  <a:lnTo>
                    <a:pt x="506082" y="101206"/>
                  </a:lnTo>
                  <a:close/>
                </a:path>
                <a:path w="810259" h="233045">
                  <a:moveTo>
                    <a:pt x="809726" y="115887"/>
                  </a:moveTo>
                  <a:lnTo>
                    <a:pt x="708507" y="39979"/>
                  </a:lnTo>
                  <a:lnTo>
                    <a:pt x="708507" y="191795"/>
                  </a:lnTo>
                  <a:lnTo>
                    <a:pt x="809726" y="115887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103485" y="9412720"/>
            <a:ext cx="810260" cy="233045"/>
            <a:chOff x="15103485" y="9412720"/>
            <a:chExt cx="810260" cy="233045"/>
          </a:xfrm>
        </p:grpSpPr>
        <p:sp>
          <p:nvSpPr>
            <p:cNvPr id="12" name="object 12"/>
            <p:cNvSpPr/>
            <p:nvPr/>
          </p:nvSpPr>
          <p:spPr>
            <a:xfrm>
              <a:off x="15407131" y="9412731"/>
              <a:ext cx="202565" cy="132080"/>
            </a:xfrm>
            <a:custGeom>
              <a:avLst/>
              <a:gdLst/>
              <a:ahLst/>
              <a:cxnLst/>
              <a:rect l="l" t="t" r="r" b="b"/>
              <a:pathLst>
                <a:path w="202565" h="132079">
                  <a:moveTo>
                    <a:pt x="151828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151828" y="30365"/>
                  </a:lnTo>
                  <a:lnTo>
                    <a:pt x="151828" y="0"/>
                  </a:lnTo>
                  <a:close/>
                </a:path>
                <a:path w="202565" h="132079">
                  <a:moveTo>
                    <a:pt x="202425" y="101206"/>
                  </a:moveTo>
                  <a:lnTo>
                    <a:pt x="50609" y="101206"/>
                  </a:lnTo>
                  <a:lnTo>
                    <a:pt x="50609" y="131572"/>
                  </a:lnTo>
                  <a:lnTo>
                    <a:pt x="202425" y="131572"/>
                  </a:lnTo>
                  <a:lnTo>
                    <a:pt x="202425" y="101206"/>
                  </a:lnTo>
                  <a:close/>
                </a:path>
                <a:path w="202565" h="132079">
                  <a:moveTo>
                    <a:pt x="202425" y="50609"/>
                  </a:moveTo>
                  <a:lnTo>
                    <a:pt x="50609" y="50609"/>
                  </a:lnTo>
                  <a:lnTo>
                    <a:pt x="50609" y="80962"/>
                  </a:lnTo>
                  <a:lnTo>
                    <a:pt x="202425" y="80962"/>
                  </a:lnTo>
                  <a:lnTo>
                    <a:pt x="202425" y="50609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103474" y="9452711"/>
              <a:ext cx="810260" cy="193040"/>
            </a:xfrm>
            <a:custGeom>
              <a:avLst/>
              <a:gdLst/>
              <a:ahLst/>
              <a:cxnLst/>
              <a:rect l="l" t="t" r="r" b="b"/>
              <a:pathLst>
                <a:path w="810259" h="193040">
                  <a:moveTo>
                    <a:pt x="101219" y="0"/>
                  </a:moveTo>
                  <a:lnTo>
                    <a:pt x="0" y="75907"/>
                  </a:lnTo>
                  <a:lnTo>
                    <a:pt x="101219" y="151815"/>
                  </a:lnTo>
                  <a:lnTo>
                    <a:pt x="101219" y="0"/>
                  </a:lnTo>
                  <a:close/>
                </a:path>
                <a:path w="810259" h="193040">
                  <a:moveTo>
                    <a:pt x="455485" y="111836"/>
                  </a:moveTo>
                  <a:lnTo>
                    <a:pt x="303657" y="111836"/>
                  </a:lnTo>
                  <a:lnTo>
                    <a:pt x="303657" y="142201"/>
                  </a:lnTo>
                  <a:lnTo>
                    <a:pt x="455485" y="142201"/>
                  </a:lnTo>
                  <a:lnTo>
                    <a:pt x="455485" y="111836"/>
                  </a:lnTo>
                  <a:close/>
                </a:path>
                <a:path w="810259" h="193040">
                  <a:moveTo>
                    <a:pt x="506082" y="162445"/>
                  </a:moveTo>
                  <a:lnTo>
                    <a:pt x="354266" y="162445"/>
                  </a:lnTo>
                  <a:lnTo>
                    <a:pt x="354266" y="192811"/>
                  </a:lnTo>
                  <a:lnTo>
                    <a:pt x="506082" y="192811"/>
                  </a:lnTo>
                  <a:lnTo>
                    <a:pt x="506082" y="162445"/>
                  </a:lnTo>
                  <a:close/>
                </a:path>
                <a:path w="810259" h="193040">
                  <a:moveTo>
                    <a:pt x="809739" y="75907"/>
                  </a:moveTo>
                  <a:lnTo>
                    <a:pt x="708520" y="0"/>
                  </a:lnTo>
                  <a:lnTo>
                    <a:pt x="708520" y="151815"/>
                  </a:lnTo>
                  <a:lnTo>
                    <a:pt x="809739" y="75907"/>
                  </a:lnTo>
                  <a:close/>
                </a:path>
              </a:pathLst>
            </a:custGeom>
            <a:solidFill>
              <a:srgbClr val="D5D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6471430" y="9412731"/>
            <a:ext cx="202565" cy="233045"/>
          </a:xfrm>
          <a:custGeom>
            <a:avLst/>
            <a:gdLst/>
            <a:ahLst/>
            <a:cxnLst/>
            <a:rect l="l" t="t" r="r" b="b"/>
            <a:pathLst>
              <a:path w="202565" h="233045">
                <a:moveTo>
                  <a:pt x="151815" y="151815"/>
                </a:moveTo>
                <a:lnTo>
                  <a:pt x="0" y="151815"/>
                </a:lnTo>
                <a:lnTo>
                  <a:pt x="0" y="182181"/>
                </a:lnTo>
                <a:lnTo>
                  <a:pt x="151815" y="182181"/>
                </a:lnTo>
                <a:lnTo>
                  <a:pt x="151815" y="151815"/>
                </a:lnTo>
                <a:close/>
              </a:path>
              <a:path w="202565" h="233045">
                <a:moveTo>
                  <a:pt x="151815" y="0"/>
                </a:moveTo>
                <a:lnTo>
                  <a:pt x="0" y="0"/>
                </a:lnTo>
                <a:lnTo>
                  <a:pt x="0" y="30365"/>
                </a:lnTo>
                <a:lnTo>
                  <a:pt x="151815" y="30365"/>
                </a:lnTo>
                <a:lnTo>
                  <a:pt x="151815" y="0"/>
                </a:lnTo>
                <a:close/>
              </a:path>
              <a:path w="202565" h="233045">
                <a:moveTo>
                  <a:pt x="202425" y="202425"/>
                </a:moveTo>
                <a:lnTo>
                  <a:pt x="50596" y="202425"/>
                </a:lnTo>
                <a:lnTo>
                  <a:pt x="50596" y="232791"/>
                </a:lnTo>
                <a:lnTo>
                  <a:pt x="202425" y="232791"/>
                </a:lnTo>
                <a:lnTo>
                  <a:pt x="202425" y="202425"/>
                </a:lnTo>
                <a:close/>
              </a:path>
              <a:path w="202565" h="233045">
                <a:moveTo>
                  <a:pt x="202425" y="101206"/>
                </a:moveTo>
                <a:lnTo>
                  <a:pt x="50596" y="101206"/>
                </a:lnTo>
                <a:lnTo>
                  <a:pt x="50596" y="131572"/>
                </a:lnTo>
                <a:lnTo>
                  <a:pt x="202425" y="131572"/>
                </a:lnTo>
                <a:lnTo>
                  <a:pt x="202425" y="101206"/>
                </a:lnTo>
                <a:close/>
              </a:path>
              <a:path w="202565" h="233045">
                <a:moveTo>
                  <a:pt x="202425" y="50609"/>
                </a:moveTo>
                <a:lnTo>
                  <a:pt x="50596" y="50609"/>
                </a:lnTo>
                <a:lnTo>
                  <a:pt x="50596" y="80962"/>
                </a:lnTo>
                <a:lnTo>
                  <a:pt x="202425" y="80962"/>
                </a:lnTo>
                <a:lnTo>
                  <a:pt x="202425" y="50609"/>
                </a:lnTo>
                <a:close/>
              </a:path>
            </a:pathLst>
          </a:custGeom>
          <a:solidFill>
            <a:srgbClr val="D4F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7160211" y="9417274"/>
            <a:ext cx="953135" cy="223520"/>
            <a:chOff x="17160211" y="9417274"/>
            <a:chExt cx="953135" cy="22352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0281" y="9433470"/>
              <a:ext cx="209013" cy="2069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160211" y="9417274"/>
              <a:ext cx="953135" cy="222885"/>
            </a:xfrm>
            <a:custGeom>
              <a:avLst/>
              <a:gdLst/>
              <a:ahLst/>
              <a:cxnLst/>
              <a:rect l="l" t="t" r="r" b="b"/>
              <a:pathLst>
                <a:path w="953134" h="222884">
                  <a:moveTo>
                    <a:pt x="71874" y="117994"/>
                  </a:moveTo>
                  <a:lnTo>
                    <a:pt x="62490" y="110149"/>
                  </a:lnTo>
                  <a:lnTo>
                    <a:pt x="71034" y="68108"/>
                  </a:lnTo>
                  <a:lnTo>
                    <a:pt x="94954" y="32705"/>
                  </a:lnTo>
                  <a:lnTo>
                    <a:pt x="130356" y="8785"/>
                  </a:lnTo>
                  <a:lnTo>
                    <a:pt x="173587" y="0"/>
                  </a:lnTo>
                  <a:lnTo>
                    <a:pt x="216817" y="8785"/>
                  </a:lnTo>
                  <a:lnTo>
                    <a:pt x="233775" y="20243"/>
                  </a:lnTo>
                  <a:lnTo>
                    <a:pt x="173587" y="20243"/>
                  </a:lnTo>
                  <a:lnTo>
                    <a:pt x="138216" y="27431"/>
                  </a:lnTo>
                  <a:lnTo>
                    <a:pt x="109251" y="47002"/>
                  </a:lnTo>
                  <a:lnTo>
                    <a:pt x="89679" y="75968"/>
                  </a:lnTo>
                  <a:lnTo>
                    <a:pt x="83027" y="108700"/>
                  </a:lnTo>
                  <a:lnTo>
                    <a:pt x="71874" y="117994"/>
                  </a:lnTo>
                  <a:close/>
                </a:path>
                <a:path w="953134" h="222884">
                  <a:moveTo>
                    <a:pt x="173587" y="222678"/>
                  </a:moveTo>
                  <a:lnTo>
                    <a:pt x="163465" y="218122"/>
                  </a:lnTo>
                  <a:lnTo>
                    <a:pt x="168020" y="202434"/>
                  </a:lnTo>
                  <a:lnTo>
                    <a:pt x="173587" y="202434"/>
                  </a:lnTo>
                  <a:lnTo>
                    <a:pt x="208530" y="195246"/>
                  </a:lnTo>
                  <a:lnTo>
                    <a:pt x="237543" y="175675"/>
                  </a:lnTo>
                  <a:lnTo>
                    <a:pt x="257351" y="146709"/>
                  </a:lnTo>
                  <a:lnTo>
                    <a:pt x="264681" y="111338"/>
                  </a:lnTo>
                  <a:lnTo>
                    <a:pt x="257494" y="75968"/>
                  </a:lnTo>
                  <a:lnTo>
                    <a:pt x="237923" y="47002"/>
                  </a:lnTo>
                  <a:lnTo>
                    <a:pt x="208958" y="27431"/>
                  </a:lnTo>
                  <a:lnTo>
                    <a:pt x="173587" y="20243"/>
                  </a:lnTo>
                  <a:lnTo>
                    <a:pt x="233775" y="20243"/>
                  </a:lnTo>
                  <a:lnTo>
                    <a:pt x="252220" y="32705"/>
                  </a:lnTo>
                  <a:lnTo>
                    <a:pt x="276141" y="68108"/>
                  </a:lnTo>
                  <a:lnTo>
                    <a:pt x="284927" y="111338"/>
                  </a:lnTo>
                  <a:lnTo>
                    <a:pt x="275999" y="154569"/>
                  </a:lnTo>
                  <a:lnTo>
                    <a:pt x="251841" y="189972"/>
                  </a:lnTo>
                  <a:lnTo>
                    <a:pt x="216391" y="213892"/>
                  </a:lnTo>
                  <a:lnTo>
                    <a:pt x="173587" y="222678"/>
                  </a:lnTo>
                  <a:close/>
                </a:path>
                <a:path w="953134" h="222884">
                  <a:moveTo>
                    <a:pt x="72370" y="144741"/>
                  </a:moveTo>
                  <a:lnTo>
                    <a:pt x="5060" y="88566"/>
                  </a:lnTo>
                  <a:lnTo>
                    <a:pt x="0" y="78443"/>
                  </a:lnTo>
                  <a:lnTo>
                    <a:pt x="13663" y="69334"/>
                  </a:lnTo>
                  <a:lnTo>
                    <a:pt x="62490" y="110149"/>
                  </a:lnTo>
                  <a:lnTo>
                    <a:pt x="62248" y="111338"/>
                  </a:lnTo>
                  <a:lnTo>
                    <a:pt x="62248" y="116906"/>
                  </a:lnTo>
                  <a:lnTo>
                    <a:pt x="70355" y="119260"/>
                  </a:lnTo>
                  <a:lnTo>
                    <a:pt x="65285" y="123485"/>
                  </a:lnTo>
                  <a:lnTo>
                    <a:pt x="71864" y="131075"/>
                  </a:lnTo>
                  <a:lnTo>
                    <a:pt x="88744" y="131075"/>
                  </a:lnTo>
                  <a:lnTo>
                    <a:pt x="72370" y="144741"/>
                  </a:lnTo>
                  <a:close/>
                </a:path>
                <a:path w="953134" h="222884">
                  <a:moveTo>
                    <a:pt x="100264" y="121461"/>
                  </a:moveTo>
                  <a:lnTo>
                    <a:pt x="77936" y="121461"/>
                  </a:lnTo>
                  <a:lnTo>
                    <a:pt x="82491" y="111338"/>
                  </a:lnTo>
                  <a:lnTo>
                    <a:pt x="83027" y="108700"/>
                  </a:lnTo>
                  <a:lnTo>
                    <a:pt x="126015" y="72876"/>
                  </a:lnTo>
                  <a:lnTo>
                    <a:pt x="136642" y="69840"/>
                  </a:lnTo>
                  <a:lnTo>
                    <a:pt x="143221" y="84516"/>
                  </a:lnTo>
                  <a:lnTo>
                    <a:pt x="139679" y="88566"/>
                  </a:lnTo>
                  <a:lnTo>
                    <a:pt x="100264" y="121461"/>
                  </a:lnTo>
                  <a:close/>
                </a:path>
                <a:path w="953134" h="222884">
                  <a:moveTo>
                    <a:pt x="77936" y="121461"/>
                  </a:moveTo>
                  <a:lnTo>
                    <a:pt x="75004" y="120610"/>
                  </a:lnTo>
                  <a:lnTo>
                    <a:pt x="71874" y="117994"/>
                  </a:lnTo>
                  <a:lnTo>
                    <a:pt x="83027" y="108700"/>
                  </a:lnTo>
                  <a:lnTo>
                    <a:pt x="82491" y="111338"/>
                  </a:lnTo>
                  <a:lnTo>
                    <a:pt x="77936" y="121461"/>
                  </a:lnTo>
                  <a:close/>
                </a:path>
                <a:path w="953134" h="222884">
                  <a:moveTo>
                    <a:pt x="70355" y="119260"/>
                  </a:moveTo>
                  <a:lnTo>
                    <a:pt x="62248" y="116906"/>
                  </a:lnTo>
                  <a:lnTo>
                    <a:pt x="62248" y="111338"/>
                  </a:lnTo>
                  <a:lnTo>
                    <a:pt x="62490" y="110149"/>
                  </a:lnTo>
                  <a:lnTo>
                    <a:pt x="71874" y="117994"/>
                  </a:lnTo>
                  <a:lnTo>
                    <a:pt x="70355" y="119260"/>
                  </a:lnTo>
                  <a:close/>
                </a:path>
                <a:path w="953134" h="222884">
                  <a:moveTo>
                    <a:pt x="75004" y="120610"/>
                  </a:moveTo>
                  <a:lnTo>
                    <a:pt x="70355" y="119260"/>
                  </a:lnTo>
                  <a:lnTo>
                    <a:pt x="71874" y="117994"/>
                  </a:lnTo>
                  <a:lnTo>
                    <a:pt x="75004" y="120610"/>
                  </a:lnTo>
                  <a:close/>
                </a:path>
                <a:path w="953134" h="222884">
                  <a:moveTo>
                    <a:pt x="71864" y="131075"/>
                  </a:moveTo>
                  <a:lnTo>
                    <a:pt x="65285" y="123485"/>
                  </a:lnTo>
                  <a:lnTo>
                    <a:pt x="70355" y="119260"/>
                  </a:lnTo>
                  <a:lnTo>
                    <a:pt x="75004" y="120610"/>
                  </a:lnTo>
                  <a:lnTo>
                    <a:pt x="78444" y="123485"/>
                  </a:lnTo>
                  <a:lnTo>
                    <a:pt x="71864" y="131075"/>
                  </a:lnTo>
                  <a:close/>
                </a:path>
                <a:path w="953134" h="222884">
                  <a:moveTo>
                    <a:pt x="88744" y="131075"/>
                  </a:moveTo>
                  <a:lnTo>
                    <a:pt x="71864" y="131075"/>
                  </a:lnTo>
                  <a:lnTo>
                    <a:pt x="78444" y="123485"/>
                  </a:lnTo>
                  <a:lnTo>
                    <a:pt x="75004" y="120610"/>
                  </a:lnTo>
                  <a:lnTo>
                    <a:pt x="77936" y="121461"/>
                  </a:lnTo>
                  <a:lnTo>
                    <a:pt x="100264" y="121461"/>
                  </a:lnTo>
                  <a:lnTo>
                    <a:pt x="88744" y="131075"/>
                  </a:lnTo>
                  <a:close/>
                </a:path>
                <a:path w="953134" h="222884">
                  <a:moveTo>
                    <a:pt x="786454" y="222678"/>
                  </a:moveTo>
                  <a:lnTo>
                    <a:pt x="780887" y="222678"/>
                  </a:lnTo>
                  <a:lnTo>
                    <a:pt x="737657" y="213892"/>
                  </a:lnTo>
                  <a:lnTo>
                    <a:pt x="702255" y="189972"/>
                  </a:lnTo>
                  <a:lnTo>
                    <a:pt x="678334" y="154569"/>
                  </a:lnTo>
                  <a:lnTo>
                    <a:pt x="669549" y="111338"/>
                  </a:lnTo>
                  <a:lnTo>
                    <a:pt x="678334" y="68108"/>
                  </a:lnTo>
                  <a:lnTo>
                    <a:pt x="702255" y="32705"/>
                  </a:lnTo>
                  <a:lnTo>
                    <a:pt x="737657" y="8785"/>
                  </a:lnTo>
                  <a:lnTo>
                    <a:pt x="780887" y="0"/>
                  </a:lnTo>
                  <a:lnTo>
                    <a:pt x="780887" y="10121"/>
                  </a:lnTo>
                  <a:lnTo>
                    <a:pt x="826096" y="10121"/>
                  </a:lnTo>
                  <a:lnTo>
                    <a:pt x="841076" y="20243"/>
                  </a:lnTo>
                  <a:lnTo>
                    <a:pt x="780887" y="20243"/>
                  </a:lnTo>
                  <a:lnTo>
                    <a:pt x="745517" y="27431"/>
                  </a:lnTo>
                  <a:lnTo>
                    <a:pt x="716552" y="47002"/>
                  </a:lnTo>
                  <a:lnTo>
                    <a:pt x="696981" y="75968"/>
                  </a:lnTo>
                  <a:lnTo>
                    <a:pt x="689793" y="111338"/>
                  </a:lnTo>
                  <a:lnTo>
                    <a:pt x="696981" y="146709"/>
                  </a:lnTo>
                  <a:lnTo>
                    <a:pt x="716552" y="175675"/>
                  </a:lnTo>
                  <a:lnTo>
                    <a:pt x="745517" y="195246"/>
                  </a:lnTo>
                  <a:lnTo>
                    <a:pt x="780887" y="202434"/>
                  </a:lnTo>
                  <a:lnTo>
                    <a:pt x="791009" y="206988"/>
                  </a:lnTo>
                  <a:lnTo>
                    <a:pt x="786454" y="222678"/>
                  </a:lnTo>
                  <a:close/>
                </a:path>
                <a:path w="953134" h="222884">
                  <a:moveTo>
                    <a:pt x="826096" y="10121"/>
                  </a:moveTo>
                  <a:lnTo>
                    <a:pt x="780887" y="10121"/>
                  </a:lnTo>
                  <a:lnTo>
                    <a:pt x="780887" y="0"/>
                  </a:lnTo>
                  <a:lnTo>
                    <a:pt x="824118" y="8785"/>
                  </a:lnTo>
                  <a:lnTo>
                    <a:pt x="826096" y="10121"/>
                  </a:lnTo>
                  <a:close/>
                </a:path>
                <a:path w="953134" h="222884">
                  <a:moveTo>
                    <a:pt x="881609" y="117994"/>
                  </a:moveTo>
                  <a:lnTo>
                    <a:pt x="871643" y="109664"/>
                  </a:lnTo>
                  <a:lnTo>
                    <a:pt x="864795" y="75968"/>
                  </a:lnTo>
                  <a:lnTo>
                    <a:pt x="845223" y="47002"/>
                  </a:lnTo>
                  <a:lnTo>
                    <a:pt x="816258" y="27431"/>
                  </a:lnTo>
                  <a:lnTo>
                    <a:pt x="780887" y="20243"/>
                  </a:lnTo>
                  <a:lnTo>
                    <a:pt x="841076" y="20243"/>
                  </a:lnTo>
                  <a:lnTo>
                    <a:pt x="859520" y="32705"/>
                  </a:lnTo>
                  <a:lnTo>
                    <a:pt x="883440" y="68108"/>
                  </a:lnTo>
                  <a:lnTo>
                    <a:pt x="891845" y="109464"/>
                  </a:lnTo>
                  <a:lnTo>
                    <a:pt x="881609" y="117994"/>
                  </a:lnTo>
                  <a:close/>
                </a:path>
                <a:path w="953134" h="222884">
                  <a:moveTo>
                    <a:pt x="882104" y="144741"/>
                  </a:moveTo>
                  <a:lnTo>
                    <a:pt x="814795" y="88566"/>
                  </a:lnTo>
                  <a:lnTo>
                    <a:pt x="809735" y="78443"/>
                  </a:lnTo>
                  <a:lnTo>
                    <a:pt x="823399" y="69334"/>
                  </a:lnTo>
                  <a:lnTo>
                    <a:pt x="871643" y="109664"/>
                  </a:lnTo>
                  <a:lnTo>
                    <a:pt x="871983" y="111338"/>
                  </a:lnTo>
                  <a:lnTo>
                    <a:pt x="871983" y="116906"/>
                  </a:lnTo>
                  <a:lnTo>
                    <a:pt x="880090" y="119260"/>
                  </a:lnTo>
                  <a:lnTo>
                    <a:pt x="875020" y="123485"/>
                  </a:lnTo>
                  <a:lnTo>
                    <a:pt x="881598" y="131075"/>
                  </a:lnTo>
                  <a:lnTo>
                    <a:pt x="898478" y="131075"/>
                  </a:lnTo>
                  <a:lnTo>
                    <a:pt x="882104" y="144741"/>
                  </a:lnTo>
                  <a:close/>
                </a:path>
                <a:path w="953134" h="222884">
                  <a:moveTo>
                    <a:pt x="909998" y="121461"/>
                  </a:moveTo>
                  <a:lnTo>
                    <a:pt x="887670" y="121461"/>
                  </a:lnTo>
                  <a:lnTo>
                    <a:pt x="892226" y="111338"/>
                  </a:lnTo>
                  <a:lnTo>
                    <a:pt x="891885" y="109664"/>
                  </a:lnTo>
                  <a:lnTo>
                    <a:pt x="891845" y="109464"/>
                  </a:lnTo>
                  <a:lnTo>
                    <a:pt x="935749" y="72876"/>
                  </a:lnTo>
                  <a:lnTo>
                    <a:pt x="946377" y="69840"/>
                  </a:lnTo>
                  <a:lnTo>
                    <a:pt x="952955" y="84516"/>
                  </a:lnTo>
                  <a:lnTo>
                    <a:pt x="949414" y="88566"/>
                  </a:lnTo>
                  <a:lnTo>
                    <a:pt x="909998" y="121461"/>
                  </a:lnTo>
                  <a:close/>
                </a:path>
                <a:path w="953134" h="222884">
                  <a:moveTo>
                    <a:pt x="887670" y="121461"/>
                  </a:moveTo>
                  <a:lnTo>
                    <a:pt x="884737" y="120609"/>
                  </a:lnTo>
                  <a:lnTo>
                    <a:pt x="881609" y="117994"/>
                  </a:lnTo>
                  <a:lnTo>
                    <a:pt x="891845" y="109464"/>
                  </a:lnTo>
                  <a:lnTo>
                    <a:pt x="892226" y="111338"/>
                  </a:lnTo>
                  <a:lnTo>
                    <a:pt x="887670" y="121461"/>
                  </a:lnTo>
                  <a:close/>
                </a:path>
                <a:path w="953134" h="222884">
                  <a:moveTo>
                    <a:pt x="880090" y="119260"/>
                  </a:moveTo>
                  <a:lnTo>
                    <a:pt x="871983" y="116906"/>
                  </a:lnTo>
                  <a:lnTo>
                    <a:pt x="871983" y="111338"/>
                  </a:lnTo>
                  <a:lnTo>
                    <a:pt x="871643" y="109664"/>
                  </a:lnTo>
                  <a:lnTo>
                    <a:pt x="881609" y="117994"/>
                  </a:lnTo>
                  <a:lnTo>
                    <a:pt x="880090" y="119260"/>
                  </a:lnTo>
                  <a:close/>
                </a:path>
                <a:path w="953134" h="222884">
                  <a:moveTo>
                    <a:pt x="884737" y="120609"/>
                  </a:moveTo>
                  <a:lnTo>
                    <a:pt x="880090" y="119260"/>
                  </a:lnTo>
                  <a:lnTo>
                    <a:pt x="881609" y="117994"/>
                  </a:lnTo>
                  <a:lnTo>
                    <a:pt x="884737" y="120609"/>
                  </a:lnTo>
                  <a:close/>
                </a:path>
                <a:path w="953134" h="222884">
                  <a:moveTo>
                    <a:pt x="881598" y="131075"/>
                  </a:moveTo>
                  <a:lnTo>
                    <a:pt x="875020" y="123485"/>
                  </a:lnTo>
                  <a:lnTo>
                    <a:pt x="880090" y="119260"/>
                  </a:lnTo>
                  <a:lnTo>
                    <a:pt x="884737" y="120609"/>
                  </a:lnTo>
                  <a:lnTo>
                    <a:pt x="888178" y="123485"/>
                  </a:lnTo>
                  <a:lnTo>
                    <a:pt x="881598" y="131075"/>
                  </a:lnTo>
                  <a:close/>
                </a:path>
                <a:path w="953134" h="222884">
                  <a:moveTo>
                    <a:pt x="898478" y="131075"/>
                  </a:moveTo>
                  <a:lnTo>
                    <a:pt x="881598" y="131075"/>
                  </a:lnTo>
                  <a:lnTo>
                    <a:pt x="888178" y="123485"/>
                  </a:lnTo>
                  <a:lnTo>
                    <a:pt x="884737" y="120609"/>
                  </a:lnTo>
                  <a:lnTo>
                    <a:pt x="887670" y="121461"/>
                  </a:lnTo>
                  <a:lnTo>
                    <a:pt x="909998" y="121461"/>
                  </a:lnTo>
                  <a:lnTo>
                    <a:pt x="898478" y="131075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0" y="9806454"/>
            <a:ext cx="18282920" cy="436245"/>
            <a:chOff x="0" y="9806454"/>
            <a:chExt cx="18282920" cy="436245"/>
          </a:xfrm>
        </p:grpSpPr>
        <p:sp>
          <p:nvSpPr>
            <p:cNvPr id="19" name="object 19"/>
            <p:cNvSpPr/>
            <p:nvPr/>
          </p:nvSpPr>
          <p:spPr>
            <a:xfrm>
              <a:off x="0" y="9806454"/>
              <a:ext cx="6041390" cy="436245"/>
            </a:xfrm>
            <a:custGeom>
              <a:avLst/>
              <a:gdLst/>
              <a:ahLst/>
              <a:cxnLst/>
              <a:rect l="l" t="t" r="r" b="b"/>
              <a:pathLst>
                <a:path w="6041390" h="436245">
                  <a:moveTo>
                    <a:pt x="6041042" y="435737"/>
                  </a:moveTo>
                  <a:lnTo>
                    <a:pt x="0" y="435737"/>
                  </a:lnTo>
                  <a:lnTo>
                    <a:pt x="0" y="0"/>
                  </a:lnTo>
                  <a:lnTo>
                    <a:pt x="6041042" y="0"/>
                  </a:lnTo>
                  <a:lnTo>
                    <a:pt x="6041042" y="435737"/>
                  </a:lnTo>
                  <a:close/>
                </a:path>
              </a:pathLst>
            </a:custGeom>
            <a:solidFill>
              <a:srgbClr val="545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41042" y="9806454"/>
              <a:ext cx="6121400" cy="436245"/>
            </a:xfrm>
            <a:custGeom>
              <a:avLst/>
              <a:gdLst/>
              <a:ahLst/>
              <a:cxnLst/>
              <a:rect l="l" t="t" r="r" b="b"/>
              <a:pathLst>
                <a:path w="6121400" h="436245">
                  <a:moveTo>
                    <a:pt x="6121084" y="435737"/>
                  </a:moveTo>
                  <a:lnTo>
                    <a:pt x="0" y="435737"/>
                  </a:lnTo>
                  <a:lnTo>
                    <a:pt x="0" y="0"/>
                  </a:lnTo>
                  <a:lnTo>
                    <a:pt x="6121084" y="0"/>
                  </a:lnTo>
                  <a:lnTo>
                    <a:pt x="6121084" y="435737"/>
                  </a:lnTo>
                  <a:close/>
                </a:path>
              </a:pathLst>
            </a:custGeom>
            <a:solidFill>
              <a:srgbClr val="61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162127" y="9806454"/>
              <a:ext cx="6120765" cy="436245"/>
            </a:xfrm>
            <a:custGeom>
              <a:avLst/>
              <a:gdLst/>
              <a:ahLst/>
              <a:cxnLst/>
              <a:rect l="l" t="t" r="r" b="b"/>
              <a:pathLst>
                <a:path w="6120765" h="436245">
                  <a:moveTo>
                    <a:pt x="6120577" y="435737"/>
                  </a:moveTo>
                  <a:lnTo>
                    <a:pt x="0" y="435737"/>
                  </a:lnTo>
                  <a:lnTo>
                    <a:pt x="0" y="0"/>
                  </a:lnTo>
                  <a:lnTo>
                    <a:pt x="6120577" y="0"/>
                  </a:lnTo>
                  <a:lnTo>
                    <a:pt x="6120577" y="435737"/>
                  </a:lnTo>
                  <a:close/>
                </a:path>
              </a:pathLst>
            </a:custGeom>
            <a:solidFill>
              <a:srgbClr val="D4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643558" y="1463537"/>
            <a:ext cx="9768205" cy="1078865"/>
          </a:xfrm>
          <a:prstGeom prst="rect">
            <a:avLst/>
          </a:prstGeom>
          <a:solidFill>
            <a:srgbClr val="EDF9FF"/>
          </a:solidFill>
        </p:spPr>
        <p:txBody>
          <a:bodyPr vert="horz" wrap="square" lIns="0" tIns="2139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85"/>
              </a:spcBef>
            </a:pPr>
            <a:r>
              <a:rPr sz="3200" spc="-70" dirty="0">
                <a:solidFill>
                  <a:srgbClr val="000000"/>
                </a:solidFill>
              </a:rPr>
              <a:t>Adoption</a:t>
            </a:r>
            <a:r>
              <a:rPr sz="3200" spc="-105" dirty="0">
                <a:solidFill>
                  <a:srgbClr val="000000"/>
                </a:solidFill>
              </a:rPr>
              <a:t> </a:t>
            </a:r>
            <a:r>
              <a:rPr sz="3200" spc="-25" dirty="0">
                <a:solidFill>
                  <a:srgbClr val="000000"/>
                </a:solidFill>
              </a:rPr>
              <a:t>des</a:t>
            </a:r>
            <a:r>
              <a:rPr sz="3200" spc="-100" dirty="0">
                <a:solidFill>
                  <a:srgbClr val="000000"/>
                </a:solidFill>
              </a:rPr>
              <a:t> </a:t>
            </a:r>
            <a:r>
              <a:rPr sz="3200" spc="-70" dirty="0">
                <a:solidFill>
                  <a:srgbClr val="000000"/>
                </a:solidFill>
              </a:rPr>
              <a:t>méthodes</a:t>
            </a:r>
            <a:r>
              <a:rPr sz="3200" spc="-100" dirty="0">
                <a:solidFill>
                  <a:srgbClr val="000000"/>
                </a:solidFill>
              </a:rPr>
              <a:t> </a:t>
            </a:r>
            <a:r>
              <a:rPr sz="3200" spc="-80" dirty="0">
                <a:solidFill>
                  <a:srgbClr val="000000"/>
                </a:solidFill>
              </a:rPr>
              <a:t>Scrum</a:t>
            </a:r>
            <a:r>
              <a:rPr sz="3200" spc="-10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et</a:t>
            </a:r>
            <a:r>
              <a:rPr sz="3200" spc="-10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Agile</a:t>
            </a:r>
            <a:endParaRPr sz="320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Nicolas</a:t>
            </a:r>
            <a:r>
              <a:rPr spc="35" dirty="0"/>
              <a:t> </a:t>
            </a:r>
            <a:r>
              <a:rPr dirty="0"/>
              <a:t>BASKIOTIS,</a:t>
            </a:r>
            <a:r>
              <a:rPr spc="35" dirty="0"/>
              <a:t> </a:t>
            </a:r>
            <a:r>
              <a:rPr spc="-25" dirty="0"/>
              <a:t>Olivier</a:t>
            </a:r>
            <a:r>
              <a:rPr spc="35" dirty="0"/>
              <a:t> </a:t>
            </a:r>
            <a:r>
              <a:rPr spc="-10" dirty="0"/>
              <a:t>SIGAUD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862912" y="9885797"/>
            <a:ext cx="25019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9"/>
              </a:lnSpc>
            </a:pPr>
            <a:r>
              <a:rPr sz="1800" b="1" spc="50" dirty="0">
                <a:solidFill>
                  <a:srgbClr val="3333B3"/>
                </a:solidFill>
                <a:latin typeface="Times New Roman"/>
                <a:cs typeface="Times New Roman"/>
              </a:rPr>
              <a:t>PROJET</a:t>
            </a:r>
            <a:r>
              <a:rPr sz="1800" b="1" spc="45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B3"/>
                </a:solidFill>
                <a:latin typeface="Times New Roman"/>
                <a:cs typeface="Times New Roman"/>
              </a:rPr>
              <a:t>ROBOTIQUE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14566938" y="9884652"/>
            <a:ext cx="201168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/>
              <a:t>LU2IN013</a:t>
            </a:r>
            <a:r>
              <a:rPr spc="65" dirty="0"/>
              <a:t> </a:t>
            </a:r>
            <a:r>
              <a:rPr spc="-55" dirty="0"/>
              <a:t>Groupe</a:t>
            </a:r>
            <a:r>
              <a:rPr spc="70" dirty="0"/>
              <a:t> </a:t>
            </a:r>
            <a:r>
              <a:rPr lang="fr-FR" spc="-50" dirty="0"/>
              <a:t>5</a:t>
            </a:r>
            <a:endParaRPr spc="-50" dirty="0"/>
          </a:p>
        </p:txBody>
      </p:sp>
      <p:sp>
        <p:nvSpPr>
          <p:cNvPr id="29" name="object 29"/>
          <p:cNvSpPr txBox="1"/>
          <p:nvPr/>
        </p:nvSpPr>
        <p:spPr>
          <a:xfrm>
            <a:off x="17371432" y="9896336"/>
            <a:ext cx="1284357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5"/>
              </a:lnSpc>
            </a:pPr>
            <a:r>
              <a:rPr lang="fr-FR" sz="2100" b="1" spc="-25" dirty="0">
                <a:solidFill>
                  <a:srgbClr val="3333B3"/>
                </a:solidFill>
                <a:latin typeface="Times New Roman"/>
                <a:cs typeface="Times New Roman"/>
              </a:rPr>
              <a:t>10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58219" y="3563514"/>
            <a:ext cx="9768205" cy="1078865"/>
          </a:xfrm>
          <a:prstGeom prst="rect">
            <a:avLst/>
          </a:prstGeom>
          <a:solidFill>
            <a:srgbClr val="EDF9FF"/>
          </a:solidFill>
        </p:spPr>
        <p:txBody>
          <a:bodyPr vert="horz" wrap="square" lIns="0" tIns="2139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85"/>
              </a:spcBef>
            </a:pPr>
            <a:r>
              <a:rPr sz="3200" b="1" spc="-55" dirty="0">
                <a:latin typeface="Times New Roman"/>
                <a:cs typeface="Times New Roman"/>
              </a:rPr>
              <a:t>Amélioration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continue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9271" y="5315623"/>
            <a:ext cx="9768205" cy="1078865"/>
          </a:xfrm>
          <a:prstGeom prst="rect">
            <a:avLst/>
          </a:prstGeom>
          <a:solidFill>
            <a:srgbClr val="EDF9FF"/>
          </a:solidFill>
        </p:spPr>
        <p:txBody>
          <a:bodyPr vert="horz" wrap="square" lIns="0" tIns="26035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2050"/>
              </a:spcBef>
            </a:pPr>
            <a:r>
              <a:rPr sz="3200" b="1" spc="-80" dirty="0">
                <a:latin typeface="Times New Roman"/>
                <a:cs typeface="Times New Roman"/>
              </a:rPr>
              <a:t>Communication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et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coopération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renforcées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58219" y="7413564"/>
            <a:ext cx="9768205" cy="1078865"/>
          </a:xfrm>
          <a:prstGeom prst="rect">
            <a:avLst/>
          </a:prstGeom>
          <a:solidFill>
            <a:srgbClr val="EDF9FF"/>
          </a:solidFill>
        </p:spPr>
        <p:txBody>
          <a:bodyPr vert="horz" wrap="square" lIns="0" tIns="213995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1685"/>
              </a:spcBef>
            </a:pPr>
            <a:r>
              <a:rPr sz="3200" b="1" spc="-80" dirty="0">
                <a:latin typeface="Times New Roman"/>
                <a:cs typeface="Times New Roman"/>
              </a:rPr>
              <a:t>Enrichissement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des</a:t>
            </a:r>
            <a:r>
              <a:rPr sz="3200" b="1" spc="-16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compétences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287</Words>
  <Application>Microsoft Macintosh PowerPoint</Application>
  <PresentationFormat>Personnalisé</PresentationFormat>
  <Paragraphs>89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PROJET ROBOTIQUE 2024-2025</vt:lpstr>
      <vt:lpstr>Plan</vt:lpstr>
      <vt:lpstr>Objectifs du projet</vt:lpstr>
      <vt:lpstr>Organisation</vt:lpstr>
      <vt:lpstr>Présentation du code</vt:lpstr>
      <vt:lpstr>Plan</vt:lpstr>
      <vt:lpstr>Choix du FrameWork 2D</vt:lpstr>
      <vt:lpstr>Analyse du code</vt:lpstr>
      <vt:lpstr>Plan</vt:lpstr>
      <vt:lpstr>Adoption des méthodes Scrum et Agile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Nameless_pro</dc:title>
  <dc:creator>ould bouali </dc:creator>
  <cp:keywords>DAGG6e9qwNs,BADmprKkbbI</cp:keywords>
  <cp:lastModifiedBy>avi skoury</cp:lastModifiedBy>
  <cp:revision>9</cp:revision>
  <dcterms:created xsi:type="dcterms:W3CDTF">2025-05-27T16:42:03Z</dcterms:created>
  <dcterms:modified xsi:type="dcterms:W3CDTF">2025-05-27T22:11:33Z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2024-06-02T00:00:00Z</vt:filetime>
  </property>
  <property fmtid="{D5CDD505-2E9C-101B-9397-08002B2CF9AE}" pid="3" name="Creator">
    <vt:lpwstr>Canva</vt:lpwstr>
  </property>
  <property fmtid="{D5CDD505-2E9C-101B-9397-08002B2CF9AE}" pid="4" name="LastSaved">
    <vt:filetime>2025-05-27T00:00:00Z</vt:filetime>
  </property>
  <property fmtid="{D5CDD505-2E9C-101B-9397-08002B2CF9AE}" pid="5" name="Producer">
    <vt:lpwstr>Canva</vt:lpwstr>
  </property>
</Properties>
</file>